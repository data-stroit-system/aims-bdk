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96" r:id="rId2"/>
  </p:sldMasterIdLst>
  <p:notesMasterIdLst>
    <p:notesMasterId r:id="rId25"/>
  </p:notesMasterIdLst>
  <p:sldIdLst>
    <p:sldId id="257" r:id="rId3"/>
    <p:sldId id="379" r:id="rId4"/>
    <p:sldId id="383" r:id="rId5"/>
    <p:sldId id="384" r:id="rId6"/>
    <p:sldId id="386" r:id="rId7"/>
    <p:sldId id="409" r:id="rId8"/>
    <p:sldId id="392" r:id="rId9"/>
    <p:sldId id="393" r:id="rId10"/>
    <p:sldId id="405" r:id="rId11"/>
    <p:sldId id="406" r:id="rId12"/>
    <p:sldId id="407" r:id="rId13"/>
    <p:sldId id="408" r:id="rId14"/>
    <p:sldId id="395" r:id="rId15"/>
    <p:sldId id="401" r:id="rId16"/>
    <p:sldId id="410" r:id="rId17"/>
    <p:sldId id="397" r:id="rId18"/>
    <p:sldId id="398" r:id="rId19"/>
    <p:sldId id="399" r:id="rId20"/>
    <p:sldId id="400" r:id="rId21"/>
    <p:sldId id="403" r:id="rId22"/>
    <p:sldId id="402" r:id="rId23"/>
    <p:sldId id="4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A87"/>
    <a:srgbClr val="6E98A7"/>
    <a:srgbClr val="DE2328"/>
    <a:srgbClr val="FFEF94"/>
    <a:srgbClr val="CC3300"/>
    <a:srgbClr val="336699"/>
    <a:srgbClr val="CE232B"/>
    <a:srgbClr val="23536B"/>
    <a:srgbClr val="DE7636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3270" autoAdjust="0"/>
  </p:normalViewPr>
  <p:slideViewPr>
    <p:cSldViewPr snapToGrid="0">
      <p:cViewPr varScale="1">
        <p:scale>
          <a:sx n="98" d="100"/>
          <a:sy n="98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2A8B0-5D97-4E29-8083-2714566FCB0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F5ABD-96C1-47DC-BBDD-71C2C92B2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Sign in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45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4F2E-8386-7AB4-A7C8-93752117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D515-3D0B-E4DF-B2AB-D4C1B410B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0DFD3-0FA9-AF69-37D5-870AD565E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dashboard</a:t>
            </a:r>
          </a:p>
          <a:p>
            <a:r>
              <a:rPr lang="en-US" dirty="0"/>
              <a:t>Action: N/A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0460B-FD12-89F5-E51F-EE6FE4292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77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FBA4-EFF6-4AE6-C91F-9DA6AFC7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5947F-CE30-DC69-56D2-10146E4A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CDF57-9F34-279A-1859-43D788E4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Dashboard</a:t>
            </a:r>
          </a:p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Spesfik</a:t>
            </a:r>
            <a:r>
              <a:rPr lang="en-US" b="1" dirty="0"/>
              <a:t> Plant </a:t>
            </a:r>
            <a:r>
              <a:rPr lang="en-US" dirty="0"/>
              <a:t>pada </a:t>
            </a:r>
            <a:r>
              <a:rPr lang="en-US" b="1" dirty="0"/>
              <a:t>Asset Tree</a:t>
            </a:r>
            <a:endParaRPr lang="en-ID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7DE0D-765A-D63E-F905-CE5960313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77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5F9F-6036-FBC2-72BF-926DE86E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D1A9C-A620-62E3-B1FA-CE4B67713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EB99F-4359-865D-D749-1FB8896C8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Spesifik</a:t>
            </a:r>
            <a:r>
              <a:rPr lang="en-US" b="1" dirty="0"/>
              <a:t> Asset </a:t>
            </a:r>
            <a:r>
              <a:rPr lang="en-US" dirty="0"/>
              <a:t>pada </a:t>
            </a:r>
            <a:r>
              <a:rPr lang="en-US" b="1" dirty="0"/>
              <a:t>Asset Tree</a:t>
            </a:r>
          </a:p>
          <a:p>
            <a:r>
              <a:rPr lang="en-US" dirty="0"/>
              <a:t>←||→	: Geser window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A557-75A7-4AE2-9BA2-8528A80BF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90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3A3E-F5E9-2484-6863-9A2B96E2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F23C6-2A36-6F59-394B-F5308D5B6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7ECD7-2ECE-038F-6178-F695B8969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/>
              <a:t>Asset Details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sebelumnya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00D4E-72BD-B03F-1C08-2EF2B6403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3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A175-B8DA-AB3F-9880-1F6D1F1A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19FC9-D798-6637-D72F-2105B176E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953A5-4B62-A1FB-3023-244B96BC2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/>
              <a:t>Edit</a:t>
            </a:r>
            <a:r>
              <a:rPr lang="en-US" dirty="0"/>
              <a:t> pada </a:t>
            </a:r>
            <a:r>
              <a:rPr lang="en-US" dirty="0" err="1"/>
              <a:t>halaman</a:t>
            </a:r>
            <a:r>
              <a:rPr lang="en-US" dirty="0"/>
              <a:t> sebelumnya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EB9F0-EB4F-6223-C10B-C53A44A7C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60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4356-329A-0115-B4CC-D14DF2ED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19FA-0226-F194-7AE8-069F35481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93319-1175-E9F2-8723-96132B048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9836A-FC12-4045-696B-EC61B0EB4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38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B0F0-5700-3E95-E318-CDC541E8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78129-8AB4-58A7-B7C9-6DC603A56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4FA96-D958-112E-48B1-DBC3C4B22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D19A4-63D9-C07B-7779-286CC5116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12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49D9-15DB-B907-82C2-FAB66397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95800-1E0C-75AA-FAB0-6FE83247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E4F65-8354-983E-D173-0A965CD2C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Inspection Module</a:t>
            </a:r>
            <a:r>
              <a:rPr lang="en-US" dirty="0"/>
              <a:t>: Unlocked in the next project phase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4B9B-5C4D-4430-24DA-611C364B0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25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9D91-E42A-D9B3-CF22-2BF76182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ED7E4-5CFE-E8A5-3D3D-6D98A26AB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DB686-7545-98CF-6F9E-A91C406B9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Risk Based Inspection Module</a:t>
            </a:r>
            <a:r>
              <a:rPr lang="en-US" dirty="0"/>
              <a:t>: Unlocked in the next project phase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2D4F8-B09A-2B06-6DF3-C7B9C8A74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78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8543-2F09-24F7-4EC5-556B6399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3704C-BD4B-2ABA-1FB0-556A43090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BECA7-A970-A2D3-CEA0-F43A984F3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Technical Document Module</a:t>
            </a:r>
            <a:r>
              <a:rPr lang="en-US" dirty="0"/>
              <a:t>: Unlocked in the next project phase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D7E35-A54B-C44F-5535-D7BA40A73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93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BEE2-5886-78A1-7516-D42B3C42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10E49-5EBC-6024-6C43-FEB4C600E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FD836-31E7-693E-27B2-E9D7C79AD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Documentation Module</a:t>
            </a:r>
            <a:r>
              <a:rPr lang="en-US" dirty="0"/>
              <a:t>: Unlocked in the next project phase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33B26-B73C-E994-4F10-462D5BC9B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79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C7C6-5722-76B5-F02F-AF32510A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CD35B-79AF-47BE-6798-C3D450BEF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77838-16C6-82B2-268C-4B0EED611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B5BE4-20B1-09A4-2A79-9E43A2E27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32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51CB-7631-05F0-855F-CF8BA1D6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02B0C-C899-0EDE-376B-1F7FB6E8D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15EEA-5FCA-B94F-1742-2BF0CD1BA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Register</a:t>
            </a:r>
          </a:p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Spesfik</a:t>
            </a:r>
            <a:r>
              <a:rPr lang="en-US" b="1" dirty="0"/>
              <a:t> Plant </a:t>
            </a:r>
            <a:r>
              <a:rPr lang="en-US" dirty="0"/>
              <a:t>pada </a:t>
            </a:r>
            <a:r>
              <a:rPr lang="en-US" b="1" dirty="0"/>
              <a:t>Asset Tree</a:t>
            </a:r>
            <a:endParaRPr lang="en-ID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5C932-1778-C8E9-59A9-243BDC01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4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427CC-BC45-34F6-6CFC-F698DAC9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65517-CBA8-F761-74D2-66112DA2D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87E0D-B691-33C9-D01F-B31FCBF99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Register</a:t>
            </a:r>
          </a:p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Spesfik</a:t>
            </a:r>
            <a:r>
              <a:rPr lang="en-US" b="1" dirty="0"/>
              <a:t> Plant </a:t>
            </a:r>
            <a:r>
              <a:rPr lang="en-US" dirty="0"/>
              <a:t>pada </a:t>
            </a:r>
            <a:r>
              <a:rPr lang="en-US" b="1" dirty="0"/>
              <a:t>Asset Tree</a:t>
            </a:r>
            <a:endParaRPr lang="en-ID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D2ED0-F288-FFAF-579C-6D6602CA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0"/>
          <p:cNvSpPr>
            <a:spLocks noEditPoints="1"/>
          </p:cNvSpPr>
          <p:nvPr userDrawn="1"/>
        </p:nvSpPr>
        <p:spPr bwMode="auto">
          <a:xfrm>
            <a:off x="9840385" y="5120640"/>
            <a:ext cx="2349500" cy="1061085"/>
          </a:xfrm>
          <a:custGeom>
            <a:avLst/>
            <a:gdLst>
              <a:gd name="T0" fmla="*/ 4 w 555"/>
              <a:gd name="T1" fmla="*/ 0 h 334"/>
              <a:gd name="T2" fmla="*/ 0 w 555"/>
              <a:gd name="T3" fmla="*/ 1 h 334"/>
              <a:gd name="T4" fmla="*/ 4 w 555"/>
              <a:gd name="T5" fmla="*/ 0 h 334"/>
              <a:gd name="T6" fmla="*/ 29 w 555"/>
              <a:gd name="T7" fmla="*/ 0 h 334"/>
              <a:gd name="T8" fmla="*/ 4 w 555"/>
              <a:gd name="T9" fmla="*/ 0 h 334"/>
              <a:gd name="T10" fmla="*/ 8 w 555"/>
              <a:gd name="T11" fmla="*/ 0 h 334"/>
              <a:gd name="T12" fmla="*/ 555 w 555"/>
              <a:gd name="T13" fmla="*/ 334 h 334"/>
              <a:gd name="T14" fmla="*/ 555 w 555"/>
              <a:gd name="T15" fmla="*/ 253 h 334"/>
              <a:gd name="T16" fmla="*/ 29 w 555"/>
              <a:gd name="T17" fmla="*/ 0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5" h="334">
                <a:moveTo>
                  <a:pt x="4" y="0"/>
                </a:moveTo>
                <a:cubicBezTo>
                  <a:pt x="1" y="1"/>
                  <a:pt x="0" y="1"/>
                  <a:pt x="0" y="1"/>
                </a:cubicBezTo>
                <a:cubicBezTo>
                  <a:pt x="1" y="1"/>
                  <a:pt x="2" y="1"/>
                  <a:pt x="4" y="0"/>
                </a:cubicBezTo>
                <a:moveTo>
                  <a:pt x="29" y="0"/>
                </a:moveTo>
                <a:cubicBezTo>
                  <a:pt x="21" y="0"/>
                  <a:pt x="12" y="0"/>
                  <a:pt x="4" y="0"/>
                </a:cubicBezTo>
                <a:cubicBezTo>
                  <a:pt x="5" y="0"/>
                  <a:pt x="6" y="0"/>
                  <a:pt x="8" y="0"/>
                </a:cubicBezTo>
                <a:cubicBezTo>
                  <a:pt x="56" y="0"/>
                  <a:pt x="319" y="16"/>
                  <a:pt x="555" y="334"/>
                </a:cubicBezTo>
                <a:cubicBezTo>
                  <a:pt x="555" y="253"/>
                  <a:pt x="555" y="253"/>
                  <a:pt x="555" y="253"/>
                </a:cubicBezTo>
                <a:cubicBezTo>
                  <a:pt x="393" y="66"/>
                  <a:pt x="213" y="0"/>
                  <a:pt x="29" y="0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3300" y="1897325"/>
            <a:ext cx="6997616" cy="1772070"/>
          </a:xfrm>
        </p:spPr>
        <p:txBody>
          <a:bodyPr anchor="b">
            <a:noAutofit/>
          </a:bodyPr>
          <a:lstStyle>
            <a:lvl1pPr algn="l">
              <a:lnSpc>
                <a:spcPts val="4500"/>
              </a:lnSpc>
              <a:defRPr sz="4000" i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3300" y="3866343"/>
            <a:ext cx="6997616" cy="9888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300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1366091" y="359861"/>
            <a:ext cx="34609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12"/>
          <p:cNvSpPr>
            <a:spLocks/>
          </p:cNvSpPr>
          <p:nvPr userDrawn="1"/>
        </p:nvSpPr>
        <p:spPr bwMode="auto">
          <a:xfrm>
            <a:off x="6024035" y="1482725"/>
            <a:ext cx="143933" cy="107950"/>
          </a:xfrm>
          <a:custGeom>
            <a:avLst/>
            <a:gdLst>
              <a:gd name="T0" fmla="*/ 68 w 68"/>
              <a:gd name="T1" fmla="*/ 26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6 h 68"/>
              <a:gd name="T16" fmla="*/ 28 w 68"/>
              <a:gd name="T17" fmla="*/ 26 h 68"/>
              <a:gd name="T18" fmla="*/ 28 w 68"/>
              <a:gd name="T19" fmla="*/ 0 h 68"/>
              <a:gd name="T20" fmla="*/ 40 w 68"/>
              <a:gd name="T21" fmla="*/ 0 h 68"/>
              <a:gd name="T22" fmla="*/ 40 w 68"/>
              <a:gd name="T23" fmla="*/ 26 h 68"/>
              <a:gd name="T24" fmla="*/ 68 w 68"/>
              <a:gd name="T25" fmla="*/ 2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6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6"/>
                </a:lnTo>
                <a:lnTo>
                  <a:pt x="28" y="26"/>
                </a:lnTo>
                <a:lnTo>
                  <a:pt x="28" y="0"/>
                </a:lnTo>
                <a:lnTo>
                  <a:pt x="40" y="0"/>
                </a:lnTo>
                <a:lnTo>
                  <a:pt x="40" y="26"/>
                </a:lnTo>
                <a:lnTo>
                  <a:pt x="6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28" name="Freeform 13"/>
          <p:cNvSpPr>
            <a:spLocks/>
          </p:cNvSpPr>
          <p:nvPr userDrawn="1"/>
        </p:nvSpPr>
        <p:spPr bwMode="auto">
          <a:xfrm>
            <a:off x="7454902" y="577850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2 h 68"/>
              <a:gd name="T4" fmla="*/ 42 w 68"/>
              <a:gd name="T5" fmla="*/ 42 h 68"/>
              <a:gd name="T6" fmla="*/ 42 w 68"/>
              <a:gd name="T7" fmla="*/ 68 h 68"/>
              <a:gd name="T8" fmla="*/ 28 w 68"/>
              <a:gd name="T9" fmla="*/ 68 h 68"/>
              <a:gd name="T10" fmla="*/ 28 w 68"/>
              <a:gd name="T11" fmla="*/ 42 h 68"/>
              <a:gd name="T12" fmla="*/ 0 w 68"/>
              <a:gd name="T13" fmla="*/ 42 h 68"/>
              <a:gd name="T14" fmla="*/ 0 w 68"/>
              <a:gd name="T15" fmla="*/ 28 h 68"/>
              <a:gd name="T16" fmla="*/ 28 w 68"/>
              <a:gd name="T17" fmla="*/ 28 h 68"/>
              <a:gd name="T18" fmla="*/ 28 w 68"/>
              <a:gd name="T19" fmla="*/ 0 h 68"/>
              <a:gd name="T20" fmla="*/ 42 w 68"/>
              <a:gd name="T21" fmla="*/ 0 h 68"/>
              <a:gd name="T22" fmla="*/ 42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2"/>
                </a:lnTo>
                <a:lnTo>
                  <a:pt x="42" y="42"/>
                </a:lnTo>
                <a:lnTo>
                  <a:pt x="42" y="68"/>
                </a:lnTo>
                <a:lnTo>
                  <a:pt x="28" y="68"/>
                </a:lnTo>
                <a:lnTo>
                  <a:pt x="28" y="42"/>
                </a:lnTo>
                <a:lnTo>
                  <a:pt x="0" y="42"/>
                </a:lnTo>
                <a:lnTo>
                  <a:pt x="0" y="28"/>
                </a:lnTo>
                <a:lnTo>
                  <a:pt x="28" y="28"/>
                </a:lnTo>
                <a:lnTo>
                  <a:pt x="28" y="0"/>
                </a:lnTo>
                <a:lnTo>
                  <a:pt x="42" y="0"/>
                </a:lnTo>
                <a:lnTo>
                  <a:pt x="42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29" name="Freeform 14"/>
          <p:cNvSpPr>
            <a:spLocks/>
          </p:cNvSpPr>
          <p:nvPr userDrawn="1"/>
        </p:nvSpPr>
        <p:spPr bwMode="auto">
          <a:xfrm>
            <a:off x="8280402" y="1136650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8 h 68"/>
              <a:gd name="T16" fmla="*/ 28 w 68"/>
              <a:gd name="T17" fmla="*/ 28 h 68"/>
              <a:gd name="T18" fmla="*/ 28 w 68"/>
              <a:gd name="T19" fmla="*/ 0 h 68"/>
              <a:gd name="T20" fmla="*/ 40 w 68"/>
              <a:gd name="T21" fmla="*/ 0 h 68"/>
              <a:gd name="T22" fmla="*/ 40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8"/>
                </a:lnTo>
                <a:lnTo>
                  <a:pt x="28" y="28"/>
                </a:lnTo>
                <a:lnTo>
                  <a:pt x="28" y="0"/>
                </a:lnTo>
                <a:lnTo>
                  <a:pt x="40" y="0"/>
                </a:lnTo>
                <a:lnTo>
                  <a:pt x="40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0" name="Freeform 15"/>
          <p:cNvSpPr>
            <a:spLocks/>
          </p:cNvSpPr>
          <p:nvPr userDrawn="1"/>
        </p:nvSpPr>
        <p:spPr bwMode="auto">
          <a:xfrm>
            <a:off x="10001251" y="260350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0 h 68"/>
              <a:gd name="T4" fmla="*/ 42 w 68"/>
              <a:gd name="T5" fmla="*/ 40 h 68"/>
              <a:gd name="T6" fmla="*/ 42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8 h 68"/>
              <a:gd name="T16" fmla="*/ 28 w 68"/>
              <a:gd name="T17" fmla="*/ 28 h 68"/>
              <a:gd name="T18" fmla="*/ 28 w 68"/>
              <a:gd name="T19" fmla="*/ 0 h 68"/>
              <a:gd name="T20" fmla="*/ 42 w 68"/>
              <a:gd name="T21" fmla="*/ 0 h 68"/>
              <a:gd name="T22" fmla="*/ 42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0"/>
                </a:lnTo>
                <a:lnTo>
                  <a:pt x="42" y="40"/>
                </a:lnTo>
                <a:lnTo>
                  <a:pt x="42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8"/>
                </a:lnTo>
                <a:lnTo>
                  <a:pt x="28" y="28"/>
                </a:lnTo>
                <a:lnTo>
                  <a:pt x="28" y="0"/>
                </a:lnTo>
                <a:lnTo>
                  <a:pt x="42" y="0"/>
                </a:lnTo>
                <a:lnTo>
                  <a:pt x="42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1" name="Freeform 16"/>
          <p:cNvSpPr>
            <a:spLocks/>
          </p:cNvSpPr>
          <p:nvPr userDrawn="1"/>
        </p:nvSpPr>
        <p:spPr bwMode="auto">
          <a:xfrm>
            <a:off x="10217151" y="993775"/>
            <a:ext cx="143933" cy="107950"/>
          </a:xfrm>
          <a:custGeom>
            <a:avLst/>
            <a:gdLst>
              <a:gd name="T0" fmla="*/ 68 w 68"/>
              <a:gd name="T1" fmla="*/ 26 h 68"/>
              <a:gd name="T2" fmla="*/ 68 w 68"/>
              <a:gd name="T3" fmla="*/ 40 h 68"/>
              <a:gd name="T4" fmla="*/ 42 w 68"/>
              <a:gd name="T5" fmla="*/ 40 h 68"/>
              <a:gd name="T6" fmla="*/ 42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6 h 68"/>
              <a:gd name="T16" fmla="*/ 28 w 68"/>
              <a:gd name="T17" fmla="*/ 26 h 68"/>
              <a:gd name="T18" fmla="*/ 28 w 68"/>
              <a:gd name="T19" fmla="*/ 0 h 68"/>
              <a:gd name="T20" fmla="*/ 42 w 68"/>
              <a:gd name="T21" fmla="*/ 0 h 68"/>
              <a:gd name="T22" fmla="*/ 42 w 68"/>
              <a:gd name="T23" fmla="*/ 26 h 68"/>
              <a:gd name="T24" fmla="*/ 68 w 68"/>
              <a:gd name="T25" fmla="*/ 2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6"/>
                </a:moveTo>
                <a:lnTo>
                  <a:pt x="68" y="40"/>
                </a:lnTo>
                <a:lnTo>
                  <a:pt x="42" y="40"/>
                </a:lnTo>
                <a:lnTo>
                  <a:pt x="42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6"/>
                </a:lnTo>
                <a:lnTo>
                  <a:pt x="28" y="26"/>
                </a:lnTo>
                <a:lnTo>
                  <a:pt x="28" y="0"/>
                </a:lnTo>
                <a:lnTo>
                  <a:pt x="42" y="0"/>
                </a:lnTo>
                <a:lnTo>
                  <a:pt x="42" y="26"/>
                </a:lnTo>
                <a:lnTo>
                  <a:pt x="6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2" name="Freeform 17"/>
          <p:cNvSpPr>
            <a:spLocks/>
          </p:cNvSpPr>
          <p:nvPr userDrawn="1"/>
        </p:nvSpPr>
        <p:spPr bwMode="auto">
          <a:xfrm>
            <a:off x="11059584" y="2168525"/>
            <a:ext cx="143933" cy="107950"/>
          </a:xfrm>
          <a:custGeom>
            <a:avLst/>
            <a:gdLst>
              <a:gd name="T0" fmla="*/ 68 w 68"/>
              <a:gd name="T1" fmla="*/ 26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6 h 68"/>
              <a:gd name="T16" fmla="*/ 28 w 68"/>
              <a:gd name="T17" fmla="*/ 26 h 68"/>
              <a:gd name="T18" fmla="*/ 28 w 68"/>
              <a:gd name="T19" fmla="*/ 0 h 68"/>
              <a:gd name="T20" fmla="*/ 40 w 68"/>
              <a:gd name="T21" fmla="*/ 0 h 68"/>
              <a:gd name="T22" fmla="*/ 40 w 68"/>
              <a:gd name="T23" fmla="*/ 26 h 68"/>
              <a:gd name="T24" fmla="*/ 68 w 68"/>
              <a:gd name="T25" fmla="*/ 2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6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6"/>
                </a:lnTo>
                <a:lnTo>
                  <a:pt x="28" y="26"/>
                </a:lnTo>
                <a:lnTo>
                  <a:pt x="28" y="0"/>
                </a:lnTo>
                <a:lnTo>
                  <a:pt x="40" y="0"/>
                </a:lnTo>
                <a:lnTo>
                  <a:pt x="40" y="26"/>
                </a:lnTo>
                <a:lnTo>
                  <a:pt x="6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3" name="Freeform 18"/>
          <p:cNvSpPr>
            <a:spLocks/>
          </p:cNvSpPr>
          <p:nvPr userDrawn="1"/>
        </p:nvSpPr>
        <p:spPr bwMode="auto">
          <a:xfrm>
            <a:off x="11580284" y="441325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6 w 68"/>
              <a:gd name="T9" fmla="*/ 68 h 68"/>
              <a:gd name="T10" fmla="*/ 26 w 68"/>
              <a:gd name="T11" fmla="*/ 40 h 68"/>
              <a:gd name="T12" fmla="*/ 0 w 68"/>
              <a:gd name="T13" fmla="*/ 40 h 68"/>
              <a:gd name="T14" fmla="*/ 0 w 68"/>
              <a:gd name="T15" fmla="*/ 28 h 68"/>
              <a:gd name="T16" fmla="*/ 26 w 68"/>
              <a:gd name="T17" fmla="*/ 28 h 68"/>
              <a:gd name="T18" fmla="*/ 26 w 68"/>
              <a:gd name="T19" fmla="*/ 0 h 68"/>
              <a:gd name="T20" fmla="*/ 40 w 68"/>
              <a:gd name="T21" fmla="*/ 0 h 68"/>
              <a:gd name="T22" fmla="*/ 40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6" y="68"/>
                </a:lnTo>
                <a:lnTo>
                  <a:pt x="26" y="40"/>
                </a:lnTo>
                <a:lnTo>
                  <a:pt x="0" y="40"/>
                </a:lnTo>
                <a:lnTo>
                  <a:pt x="0" y="28"/>
                </a:lnTo>
                <a:lnTo>
                  <a:pt x="26" y="28"/>
                </a:lnTo>
                <a:lnTo>
                  <a:pt x="26" y="0"/>
                </a:lnTo>
                <a:lnTo>
                  <a:pt x="40" y="0"/>
                </a:lnTo>
                <a:lnTo>
                  <a:pt x="40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4" name="Freeform 19"/>
          <p:cNvSpPr>
            <a:spLocks/>
          </p:cNvSpPr>
          <p:nvPr userDrawn="1"/>
        </p:nvSpPr>
        <p:spPr bwMode="auto">
          <a:xfrm>
            <a:off x="5431369" y="698500"/>
            <a:ext cx="190500" cy="146050"/>
          </a:xfrm>
          <a:custGeom>
            <a:avLst/>
            <a:gdLst>
              <a:gd name="T0" fmla="*/ 90 w 90"/>
              <a:gd name="T1" fmla="*/ 36 h 92"/>
              <a:gd name="T2" fmla="*/ 90 w 90"/>
              <a:gd name="T3" fmla="*/ 54 h 92"/>
              <a:gd name="T4" fmla="*/ 54 w 90"/>
              <a:gd name="T5" fmla="*/ 54 h 92"/>
              <a:gd name="T6" fmla="*/ 54 w 90"/>
              <a:gd name="T7" fmla="*/ 92 h 92"/>
              <a:gd name="T8" fmla="*/ 36 w 90"/>
              <a:gd name="T9" fmla="*/ 92 h 92"/>
              <a:gd name="T10" fmla="*/ 36 w 90"/>
              <a:gd name="T11" fmla="*/ 54 h 92"/>
              <a:gd name="T12" fmla="*/ 0 w 90"/>
              <a:gd name="T13" fmla="*/ 54 h 92"/>
              <a:gd name="T14" fmla="*/ 0 w 90"/>
              <a:gd name="T15" fmla="*/ 36 h 92"/>
              <a:gd name="T16" fmla="*/ 36 w 90"/>
              <a:gd name="T17" fmla="*/ 36 h 92"/>
              <a:gd name="T18" fmla="*/ 36 w 90"/>
              <a:gd name="T19" fmla="*/ 0 h 92"/>
              <a:gd name="T20" fmla="*/ 54 w 90"/>
              <a:gd name="T21" fmla="*/ 0 h 92"/>
              <a:gd name="T22" fmla="*/ 54 w 90"/>
              <a:gd name="T23" fmla="*/ 36 h 92"/>
              <a:gd name="T24" fmla="*/ 90 w 90"/>
              <a:gd name="T25" fmla="*/ 36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92">
                <a:moveTo>
                  <a:pt x="90" y="36"/>
                </a:moveTo>
                <a:lnTo>
                  <a:pt x="90" y="54"/>
                </a:lnTo>
                <a:lnTo>
                  <a:pt x="54" y="54"/>
                </a:lnTo>
                <a:lnTo>
                  <a:pt x="54" y="92"/>
                </a:lnTo>
                <a:lnTo>
                  <a:pt x="36" y="92"/>
                </a:lnTo>
                <a:lnTo>
                  <a:pt x="36" y="54"/>
                </a:lnTo>
                <a:lnTo>
                  <a:pt x="0" y="54"/>
                </a:lnTo>
                <a:lnTo>
                  <a:pt x="0" y="36"/>
                </a:lnTo>
                <a:lnTo>
                  <a:pt x="36" y="36"/>
                </a:lnTo>
                <a:lnTo>
                  <a:pt x="36" y="0"/>
                </a:lnTo>
                <a:lnTo>
                  <a:pt x="54" y="0"/>
                </a:lnTo>
                <a:lnTo>
                  <a:pt x="54" y="36"/>
                </a:lnTo>
                <a:lnTo>
                  <a:pt x="90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5" name="Freeform 20"/>
          <p:cNvSpPr>
            <a:spLocks/>
          </p:cNvSpPr>
          <p:nvPr userDrawn="1"/>
        </p:nvSpPr>
        <p:spPr bwMode="auto">
          <a:xfrm>
            <a:off x="7780869" y="1463676"/>
            <a:ext cx="190500" cy="142875"/>
          </a:xfrm>
          <a:custGeom>
            <a:avLst/>
            <a:gdLst>
              <a:gd name="T0" fmla="*/ 90 w 90"/>
              <a:gd name="T1" fmla="*/ 36 h 90"/>
              <a:gd name="T2" fmla="*/ 90 w 90"/>
              <a:gd name="T3" fmla="*/ 54 h 90"/>
              <a:gd name="T4" fmla="*/ 54 w 90"/>
              <a:gd name="T5" fmla="*/ 54 h 90"/>
              <a:gd name="T6" fmla="*/ 54 w 90"/>
              <a:gd name="T7" fmla="*/ 90 h 90"/>
              <a:gd name="T8" fmla="*/ 36 w 90"/>
              <a:gd name="T9" fmla="*/ 90 h 90"/>
              <a:gd name="T10" fmla="*/ 36 w 90"/>
              <a:gd name="T11" fmla="*/ 54 h 90"/>
              <a:gd name="T12" fmla="*/ 0 w 90"/>
              <a:gd name="T13" fmla="*/ 54 h 90"/>
              <a:gd name="T14" fmla="*/ 0 w 90"/>
              <a:gd name="T15" fmla="*/ 36 h 90"/>
              <a:gd name="T16" fmla="*/ 36 w 90"/>
              <a:gd name="T17" fmla="*/ 36 h 90"/>
              <a:gd name="T18" fmla="*/ 36 w 90"/>
              <a:gd name="T19" fmla="*/ 0 h 90"/>
              <a:gd name="T20" fmla="*/ 54 w 90"/>
              <a:gd name="T21" fmla="*/ 0 h 90"/>
              <a:gd name="T22" fmla="*/ 54 w 90"/>
              <a:gd name="T23" fmla="*/ 36 h 90"/>
              <a:gd name="T24" fmla="*/ 90 w 90"/>
              <a:gd name="T25" fmla="*/ 36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90">
                <a:moveTo>
                  <a:pt x="90" y="36"/>
                </a:moveTo>
                <a:lnTo>
                  <a:pt x="90" y="54"/>
                </a:lnTo>
                <a:lnTo>
                  <a:pt x="54" y="54"/>
                </a:lnTo>
                <a:lnTo>
                  <a:pt x="54" y="90"/>
                </a:lnTo>
                <a:lnTo>
                  <a:pt x="36" y="90"/>
                </a:lnTo>
                <a:lnTo>
                  <a:pt x="36" y="54"/>
                </a:lnTo>
                <a:lnTo>
                  <a:pt x="0" y="54"/>
                </a:lnTo>
                <a:lnTo>
                  <a:pt x="0" y="36"/>
                </a:lnTo>
                <a:lnTo>
                  <a:pt x="36" y="36"/>
                </a:lnTo>
                <a:lnTo>
                  <a:pt x="36" y="0"/>
                </a:lnTo>
                <a:lnTo>
                  <a:pt x="54" y="0"/>
                </a:lnTo>
                <a:lnTo>
                  <a:pt x="54" y="36"/>
                </a:lnTo>
                <a:lnTo>
                  <a:pt x="90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6" name="Freeform 21"/>
          <p:cNvSpPr>
            <a:spLocks/>
          </p:cNvSpPr>
          <p:nvPr userDrawn="1"/>
        </p:nvSpPr>
        <p:spPr bwMode="auto">
          <a:xfrm>
            <a:off x="9334501" y="434976"/>
            <a:ext cx="188384" cy="142875"/>
          </a:xfrm>
          <a:custGeom>
            <a:avLst/>
            <a:gdLst>
              <a:gd name="T0" fmla="*/ 89 w 89"/>
              <a:gd name="T1" fmla="*/ 36 h 90"/>
              <a:gd name="T2" fmla="*/ 89 w 89"/>
              <a:gd name="T3" fmla="*/ 54 h 90"/>
              <a:gd name="T4" fmla="*/ 53 w 89"/>
              <a:gd name="T5" fmla="*/ 54 h 90"/>
              <a:gd name="T6" fmla="*/ 53 w 89"/>
              <a:gd name="T7" fmla="*/ 90 h 90"/>
              <a:gd name="T8" fmla="*/ 35 w 89"/>
              <a:gd name="T9" fmla="*/ 90 h 90"/>
              <a:gd name="T10" fmla="*/ 35 w 89"/>
              <a:gd name="T11" fmla="*/ 54 h 90"/>
              <a:gd name="T12" fmla="*/ 0 w 89"/>
              <a:gd name="T13" fmla="*/ 54 h 90"/>
              <a:gd name="T14" fmla="*/ 0 w 89"/>
              <a:gd name="T15" fmla="*/ 36 h 90"/>
              <a:gd name="T16" fmla="*/ 35 w 89"/>
              <a:gd name="T17" fmla="*/ 36 h 90"/>
              <a:gd name="T18" fmla="*/ 35 w 89"/>
              <a:gd name="T19" fmla="*/ 0 h 90"/>
              <a:gd name="T20" fmla="*/ 53 w 89"/>
              <a:gd name="T21" fmla="*/ 0 h 90"/>
              <a:gd name="T22" fmla="*/ 53 w 89"/>
              <a:gd name="T23" fmla="*/ 36 h 90"/>
              <a:gd name="T24" fmla="*/ 89 w 89"/>
              <a:gd name="T25" fmla="*/ 36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9" h="90">
                <a:moveTo>
                  <a:pt x="89" y="36"/>
                </a:moveTo>
                <a:lnTo>
                  <a:pt x="89" y="54"/>
                </a:lnTo>
                <a:lnTo>
                  <a:pt x="53" y="54"/>
                </a:lnTo>
                <a:lnTo>
                  <a:pt x="53" y="90"/>
                </a:lnTo>
                <a:lnTo>
                  <a:pt x="35" y="90"/>
                </a:lnTo>
                <a:lnTo>
                  <a:pt x="35" y="54"/>
                </a:lnTo>
                <a:lnTo>
                  <a:pt x="0" y="54"/>
                </a:lnTo>
                <a:lnTo>
                  <a:pt x="0" y="36"/>
                </a:lnTo>
                <a:lnTo>
                  <a:pt x="35" y="36"/>
                </a:lnTo>
                <a:lnTo>
                  <a:pt x="35" y="0"/>
                </a:lnTo>
                <a:lnTo>
                  <a:pt x="53" y="0"/>
                </a:lnTo>
                <a:lnTo>
                  <a:pt x="53" y="36"/>
                </a:lnTo>
                <a:lnTo>
                  <a:pt x="89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7" name="Freeform 22"/>
          <p:cNvSpPr>
            <a:spLocks/>
          </p:cNvSpPr>
          <p:nvPr userDrawn="1"/>
        </p:nvSpPr>
        <p:spPr bwMode="auto">
          <a:xfrm>
            <a:off x="11034184" y="1047751"/>
            <a:ext cx="194733" cy="142875"/>
          </a:xfrm>
          <a:custGeom>
            <a:avLst/>
            <a:gdLst>
              <a:gd name="T0" fmla="*/ 92 w 92"/>
              <a:gd name="T1" fmla="*/ 36 h 90"/>
              <a:gd name="T2" fmla="*/ 92 w 92"/>
              <a:gd name="T3" fmla="*/ 54 h 90"/>
              <a:gd name="T4" fmla="*/ 54 w 92"/>
              <a:gd name="T5" fmla="*/ 54 h 90"/>
              <a:gd name="T6" fmla="*/ 54 w 92"/>
              <a:gd name="T7" fmla="*/ 90 h 90"/>
              <a:gd name="T8" fmla="*/ 38 w 92"/>
              <a:gd name="T9" fmla="*/ 90 h 90"/>
              <a:gd name="T10" fmla="*/ 38 w 92"/>
              <a:gd name="T11" fmla="*/ 54 h 90"/>
              <a:gd name="T12" fmla="*/ 0 w 92"/>
              <a:gd name="T13" fmla="*/ 54 h 90"/>
              <a:gd name="T14" fmla="*/ 0 w 92"/>
              <a:gd name="T15" fmla="*/ 36 h 90"/>
              <a:gd name="T16" fmla="*/ 38 w 92"/>
              <a:gd name="T17" fmla="*/ 36 h 90"/>
              <a:gd name="T18" fmla="*/ 38 w 92"/>
              <a:gd name="T19" fmla="*/ 0 h 90"/>
              <a:gd name="T20" fmla="*/ 54 w 92"/>
              <a:gd name="T21" fmla="*/ 0 h 90"/>
              <a:gd name="T22" fmla="*/ 54 w 92"/>
              <a:gd name="T23" fmla="*/ 36 h 90"/>
              <a:gd name="T24" fmla="*/ 92 w 92"/>
              <a:gd name="T25" fmla="*/ 36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" h="90">
                <a:moveTo>
                  <a:pt x="92" y="36"/>
                </a:moveTo>
                <a:lnTo>
                  <a:pt x="92" y="54"/>
                </a:lnTo>
                <a:lnTo>
                  <a:pt x="54" y="54"/>
                </a:lnTo>
                <a:lnTo>
                  <a:pt x="54" y="90"/>
                </a:lnTo>
                <a:lnTo>
                  <a:pt x="38" y="90"/>
                </a:lnTo>
                <a:lnTo>
                  <a:pt x="38" y="54"/>
                </a:lnTo>
                <a:lnTo>
                  <a:pt x="0" y="54"/>
                </a:lnTo>
                <a:lnTo>
                  <a:pt x="0" y="36"/>
                </a:lnTo>
                <a:lnTo>
                  <a:pt x="38" y="36"/>
                </a:lnTo>
                <a:lnTo>
                  <a:pt x="38" y="0"/>
                </a:lnTo>
                <a:lnTo>
                  <a:pt x="54" y="0"/>
                </a:lnTo>
                <a:lnTo>
                  <a:pt x="54" y="36"/>
                </a:lnTo>
                <a:lnTo>
                  <a:pt x="92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8" name="Freeform 23"/>
          <p:cNvSpPr>
            <a:spLocks/>
          </p:cNvSpPr>
          <p:nvPr userDrawn="1"/>
        </p:nvSpPr>
        <p:spPr bwMode="auto">
          <a:xfrm>
            <a:off x="11711518" y="2816225"/>
            <a:ext cx="190500" cy="146050"/>
          </a:xfrm>
          <a:custGeom>
            <a:avLst/>
            <a:gdLst>
              <a:gd name="T0" fmla="*/ 90 w 90"/>
              <a:gd name="T1" fmla="*/ 38 h 92"/>
              <a:gd name="T2" fmla="*/ 90 w 90"/>
              <a:gd name="T3" fmla="*/ 54 h 92"/>
              <a:gd name="T4" fmla="*/ 54 w 90"/>
              <a:gd name="T5" fmla="*/ 54 h 92"/>
              <a:gd name="T6" fmla="*/ 54 w 90"/>
              <a:gd name="T7" fmla="*/ 92 h 92"/>
              <a:gd name="T8" fmla="*/ 36 w 90"/>
              <a:gd name="T9" fmla="*/ 92 h 92"/>
              <a:gd name="T10" fmla="*/ 36 w 90"/>
              <a:gd name="T11" fmla="*/ 54 h 92"/>
              <a:gd name="T12" fmla="*/ 0 w 90"/>
              <a:gd name="T13" fmla="*/ 54 h 92"/>
              <a:gd name="T14" fmla="*/ 0 w 90"/>
              <a:gd name="T15" fmla="*/ 38 h 92"/>
              <a:gd name="T16" fmla="*/ 36 w 90"/>
              <a:gd name="T17" fmla="*/ 38 h 92"/>
              <a:gd name="T18" fmla="*/ 36 w 90"/>
              <a:gd name="T19" fmla="*/ 0 h 92"/>
              <a:gd name="T20" fmla="*/ 54 w 90"/>
              <a:gd name="T21" fmla="*/ 0 h 92"/>
              <a:gd name="T22" fmla="*/ 54 w 90"/>
              <a:gd name="T23" fmla="*/ 38 h 92"/>
              <a:gd name="T24" fmla="*/ 90 w 90"/>
              <a:gd name="T25" fmla="*/ 3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92">
                <a:moveTo>
                  <a:pt x="90" y="38"/>
                </a:moveTo>
                <a:lnTo>
                  <a:pt x="90" y="54"/>
                </a:lnTo>
                <a:lnTo>
                  <a:pt x="54" y="54"/>
                </a:lnTo>
                <a:lnTo>
                  <a:pt x="54" y="92"/>
                </a:lnTo>
                <a:lnTo>
                  <a:pt x="36" y="92"/>
                </a:lnTo>
                <a:lnTo>
                  <a:pt x="36" y="54"/>
                </a:lnTo>
                <a:lnTo>
                  <a:pt x="0" y="54"/>
                </a:lnTo>
                <a:lnTo>
                  <a:pt x="0" y="38"/>
                </a:lnTo>
                <a:lnTo>
                  <a:pt x="36" y="38"/>
                </a:lnTo>
                <a:lnTo>
                  <a:pt x="36" y="0"/>
                </a:lnTo>
                <a:lnTo>
                  <a:pt x="54" y="0"/>
                </a:lnTo>
                <a:lnTo>
                  <a:pt x="54" y="38"/>
                </a:lnTo>
                <a:lnTo>
                  <a:pt x="90" y="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9" name="Freeform 6"/>
          <p:cNvSpPr>
            <a:spLocks/>
          </p:cNvSpPr>
          <p:nvPr userDrawn="1"/>
        </p:nvSpPr>
        <p:spPr bwMode="auto">
          <a:xfrm>
            <a:off x="306918" y="0"/>
            <a:ext cx="4756151" cy="5295900"/>
          </a:xfrm>
          <a:custGeom>
            <a:avLst/>
            <a:gdLst>
              <a:gd name="T0" fmla="*/ 114 w 1124"/>
              <a:gd name="T1" fmla="*/ 1275 h 1668"/>
              <a:gd name="T2" fmla="*/ 217 w 1124"/>
              <a:gd name="T3" fmla="*/ 1668 h 1668"/>
              <a:gd name="T4" fmla="*/ 217 w 1124"/>
              <a:gd name="T5" fmla="*/ 1668 h 1668"/>
              <a:gd name="T6" fmla="*/ 14 w 1124"/>
              <a:gd name="T7" fmla="*/ 1043 h 1668"/>
              <a:gd name="T8" fmla="*/ 642 w 1124"/>
              <a:gd name="T9" fmla="*/ 0 h 1668"/>
              <a:gd name="T10" fmla="*/ 1124 w 1124"/>
              <a:gd name="T11" fmla="*/ 0 h 1668"/>
              <a:gd name="T12" fmla="*/ 114 w 1124"/>
              <a:gd name="T13" fmla="*/ 1275 h 16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4" h="1668">
                <a:moveTo>
                  <a:pt x="114" y="1275"/>
                </a:moveTo>
                <a:cubicBezTo>
                  <a:pt x="114" y="1432"/>
                  <a:pt x="151" y="1564"/>
                  <a:pt x="217" y="1668"/>
                </a:cubicBezTo>
                <a:cubicBezTo>
                  <a:pt x="217" y="1668"/>
                  <a:pt x="217" y="1668"/>
                  <a:pt x="217" y="1668"/>
                </a:cubicBezTo>
                <a:cubicBezTo>
                  <a:pt x="85" y="1537"/>
                  <a:pt x="0" y="1337"/>
                  <a:pt x="14" y="1043"/>
                </a:cubicBezTo>
                <a:cubicBezTo>
                  <a:pt x="30" y="707"/>
                  <a:pt x="354" y="299"/>
                  <a:pt x="642" y="0"/>
                </a:cubicBezTo>
                <a:cubicBezTo>
                  <a:pt x="1124" y="0"/>
                  <a:pt x="1124" y="0"/>
                  <a:pt x="1124" y="0"/>
                </a:cubicBezTo>
                <a:cubicBezTo>
                  <a:pt x="671" y="358"/>
                  <a:pt x="114" y="880"/>
                  <a:pt x="114" y="1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0" name="Freeform 7"/>
          <p:cNvSpPr>
            <a:spLocks/>
          </p:cNvSpPr>
          <p:nvPr userDrawn="1"/>
        </p:nvSpPr>
        <p:spPr bwMode="auto">
          <a:xfrm>
            <a:off x="1225551" y="5035550"/>
            <a:ext cx="8420100" cy="1466850"/>
          </a:xfrm>
          <a:custGeom>
            <a:avLst/>
            <a:gdLst>
              <a:gd name="T0" fmla="*/ 0 w 1990"/>
              <a:gd name="T1" fmla="*/ 82 h 462"/>
              <a:gd name="T2" fmla="*/ 629 w 1990"/>
              <a:gd name="T3" fmla="*/ 304 h 462"/>
              <a:gd name="T4" fmla="*/ 1990 w 1990"/>
              <a:gd name="T5" fmla="*/ 0 h 462"/>
              <a:gd name="T6" fmla="*/ 1090 w 1990"/>
              <a:gd name="T7" fmla="*/ 304 h 462"/>
              <a:gd name="T8" fmla="*/ 0 w 1990"/>
              <a:gd name="T9" fmla="*/ 82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90" h="462">
                <a:moveTo>
                  <a:pt x="0" y="82"/>
                </a:moveTo>
                <a:cubicBezTo>
                  <a:pt x="167" y="248"/>
                  <a:pt x="411" y="304"/>
                  <a:pt x="629" y="304"/>
                </a:cubicBezTo>
                <a:cubicBezTo>
                  <a:pt x="999" y="304"/>
                  <a:pt x="1509" y="13"/>
                  <a:pt x="1990" y="0"/>
                </a:cubicBezTo>
                <a:cubicBezTo>
                  <a:pt x="1715" y="48"/>
                  <a:pt x="1454" y="181"/>
                  <a:pt x="1090" y="304"/>
                </a:cubicBezTo>
                <a:cubicBezTo>
                  <a:pt x="625" y="462"/>
                  <a:pt x="192" y="385"/>
                  <a:pt x="0" y="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1" name="Freeform 8"/>
          <p:cNvSpPr>
            <a:spLocks/>
          </p:cNvSpPr>
          <p:nvPr userDrawn="1"/>
        </p:nvSpPr>
        <p:spPr bwMode="auto">
          <a:xfrm>
            <a:off x="9645652" y="4933950"/>
            <a:ext cx="2544233" cy="711200"/>
          </a:xfrm>
          <a:custGeom>
            <a:avLst/>
            <a:gdLst>
              <a:gd name="T0" fmla="*/ 0 w 601"/>
              <a:gd name="T1" fmla="*/ 32 h 224"/>
              <a:gd name="T2" fmla="*/ 601 w 601"/>
              <a:gd name="T3" fmla="*/ 73 h 224"/>
              <a:gd name="T4" fmla="*/ 601 w 601"/>
              <a:gd name="T5" fmla="*/ 224 h 224"/>
              <a:gd name="T6" fmla="*/ 0 w 601"/>
              <a:gd name="T7" fmla="*/ 32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1" h="224">
                <a:moveTo>
                  <a:pt x="0" y="32"/>
                </a:moveTo>
                <a:cubicBezTo>
                  <a:pt x="183" y="0"/>
                  <a:pt x="371" y="5"/>
                  <a:pt x="601" y="73"/>
                </a:cubicBezTo>
                <a:cubicBezTo>
                  <a:pt x="601" y="224"/>
                  <a:pt x="601" y="224"/>
                  <a:pt x="601" y="224"/>
                </a:cubicBezTo>
                <a:cubicBezTo>
                  <a:pt x="416" y="75"/>
                  <a:pt x="211" y="27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3" name="Freeform 10"/>
          <p:cNvSpPr>
            <a:spLocks/>
          </p:cNvSpPr>
          <p:nvPr userDrawn="1"/>
        </p:nvSpPr>
        <p:spPr bwMode="auto">
          <a:xfrm>
            <a:off x="-6348" y="0"/>
            <a:ext cx="3672417" cy="5295900"/>
          </a:xfrm>
          <a:custGeom>
            <a:avLst/>
            <a:gdLst>
              <a:gd name="T0" fmla="*/ 219 w 868"/>
              <a:gd name="T1" fmla="*/ 810 h 1668"/>
              <a:gd name="T2" fmla="*/ 291 w 868"/>
              <a:gd name="T3" fmla="*/ 1668 h 1668"/>
              <a:gd name="T4" fmla="*/ 88 w 868"/>
              <a:gd name="T5" fmla="*/ 1043 h 1668"/>
              <a:gd name="T6" fmla="*/ 716 w 868"/>
              <a:gd name="T7" fmla="*/ 0 h 1668"/>
              <a:gd name="T8" fmla="*/ 868 w 868"/>
              <a:gd name="T9" fmla="*/ 0 h 1668"/>
              <a:gd name="T10" fmla="*/ 219 w 868"/>
              <a:gd name="T11" fmla="*/ 810 h 16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8" h="1668">
                <a:moveTo>
                  <a:pt x="219" y="810"/>
                </a:moveTo>
                <a:cubicBezTo>
                  <a:pt x="0" y="1300"/>
                  <a:pt x="285" y="1660"/>
                  <a:pt x="291" y="1668"/>
                </a:cubicBezTo>
                <a:cubicBezTo>
                  <a:pt x="159" y="1537"/>
                  <a:pt x="74" y="1337"/>
                  <a:pt x="88" y="1043"/>
                </a:cubicBezTo>
                <a:cubicBezTo>
                  <a:pt x="104" y="707"/>
                  <a:pt x="428" y="299"/>
                  <a:pt x="716" y="0"/>
                </a:cubicBezTo>
                <a:cubicBezTo>
                  <a:pt x="868" y="0"/>
                  <a:pt x="868" y="0"/>
                  <a:pt x="868" y="0"/>
                </a:cubicBezTo>
                <a:cubicBezTo>
                  <a:pt x="616" y="238"/>
                  <a:pt x="338" y="544"/>
                  <a:pt x="219" y="810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20000"/>
                </a:schemeClr>
              </a:gs>
              <a:gs pos="50000">
                <a:schemeClr val="tx2">
                  <a:alpha val="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4" name="Freeform 11"/>
          <p:cNvSpPr>
            <a:spLocks/>
          </p:cNvSpPr>
          <p:nvPr userDrawn="1"/>
        </p:nvSpPr>
        <p:spPr bwMode="auto">
          <a:xfrm>
            <a:off x="1322918" y="1"/>
            <a:ext cx="1384300" cy="1266825"/>
          </a:xfrm>
          <a:custGeom>
            <a:avLst/>
            <a:gdLst>
              <a:gd name="T0" fmla="*/ 327 w 327"/>
              <a:gd name="T1" fmla="*/ 0 h 399"/>
              <a:gd name="T2" fmla="*/ 0 w 327"/>
              <a:gd name="T3" fmla="*/ 399 h 399"/>
              <a:gd name="T4" fmla="*/ 274 w 327"/>
              <a:gd name="T5" fmla="*/ 0 h 399"/>
              <a:gd name="T6" fmla="*/ 327 w 327"/>
              <a:gd name="T7" fmla="*/ 0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7" h="399">
                <a:moveTo>
                  <a:pt x="327" y="0"/>
                </a:moveTo>
                <a:cubicBezTo>
                  <a:pt x="205" y="129"/>
                  <a:pt x="80" y="273"/>
                  <a:pt x="0" y="399"/>
                </a:cubicBezTo>
                <a:cubicBezTo>
                  <a:pt x="50" y="316"/>
                  <a:pt x="138" y="178"/>
                  <a:pt x="274" y="0"/>
                </a:cubicBezTo>
                <a:lnTo>
                  <a:pt x="327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17050" y="223624"/>
            <a:ext cx="1801271" cy="596582"/>
          </a:xfrm>
        </p:spPr>
        <p:txBody>
          <a:bodyPr lIns="0" tIns="0" rIns="0" bIns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800" i="1" baseline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Converting your business from Good to Great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13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00151" y="742868"/>
            <a:ext cx="8696267" cy="593682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200845" y="2929510"/>
            <a:ext cx="7595091" cy="0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200846" y="2213160"/>
            <a:ext cx="7608857" cy="5536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>
                    <a:alpha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Insert Your Text Here</a:t>
            </a:r>
          </a:p>
        </p:txBody>
      </p:sp>
      <p:sp>
        <p:nvSpPr>
          <p:cNvPr id="23" name="Text Placeholder 2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00846" y="3243907"/>
            <a:ext cx="7608857" cy="214810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14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1) Insert Your Text Here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896417" y="459403"/>
            <a:ext cx="1815769" cy="413702"/>
          </a:xfrm>
        </p:spPr>
        <p:txBody>
          <a:bodyPr lIns="0" tIns="0" rIns="0" bIns="0" anchor="ctr">
            <a:normAutofit/>
          </a:bodyPr>
          <a:lstStyle>
            <a:lvl1pPr marL="0" algn="r" defTabSz="914400" rtl="0" eaLnBrk="1" latinLnBrk="0" hangingPunct="1">
              <a:lnSpc>
                <a:spcPct val="110000"/>
              </a:lnSpc>
              <a:spcBef>
                <a:spcPts val="0"/>
              </a:spcBef>
              <a:defRPr lang="en-US" sz="800" b="0" i="1" kern="1200" dirty="0">
                <a:solidFill>
                  <a:schemeClr val="bg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Converting your business </a:t>
            </a:r>
          </a:p>
          <a:p>
            <a:r>
              <a:rPr lang="en-US" dirty="0"/>
              <a:t>from Good to Great.</a:t>
            </a: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118" y="260350"/>
            <a:ext cx="11934476" cy="6597650"/>
            <a:chOff x="1588" y="260350"/>
            <a:chExt cx="8950857" cy="6597650"/>
          </a:xfrm>
        </p:grpSpPr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3762376" y="1644650"/>
              <a:ext cx="4913313" cy="5213350"/>
            </a:xfrm>
            <a:custGeom>
              <a:avLst/>
              <a:gdLst>
                <a:gd name="T0" fmla="*/ 0 w 1548"/>
                <a:gd name="T1" fmla="*/ 1642 h 1642"/>
                <a:gd name="T2" fmla="*/ 571 w 1548"/>
                <a:gd name="T3" fmla="*/ 1642 h 1642"/>
                <a:gd name="T4" fmla="*/ 1534 w 1548"/>
                <a:gd name="T5" fmla="*/ 510 h 1642"/>
                <a:gd name="T6" fmla="*/ 1336 w 1548"/>
                <a:gd name="T7" fmla="*/ 0 h 1642"/>
                <a:gd name="T8" fmla="*/ 1336 w 1548"/>
                <a:gd name="T9" fmla="*/ 0 h 1642"/>
                <a:gd name="T10" fmla="*/ 1437 w 1548"/>
                <a:gd name="T11" fmla="*/ 321 h 1642"/>
                <a:gd name="T12" fmla="*/ 0 w 1548"/>
                <a:gd name="T13" fmla="*/ 1642 h 1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8" h="1642">
                  <a:moveTo>
                    <a:pt x="0" y="1642"/>
                  </a:moveTo>
                  <a:cubicBezTo>
                    <a:pt x="571" y="1642"/>
                    <a:pt x="571" y="1642"/>
                    <a:pt x="571" y="1642"/>
                  </a:cubicBezTo>
                  <a:cubicBezTo>
                    <a:pt x="812" y="1466"/>
                    <a:pt x="1511" y="921"/>
                    <a:pt x="1534" y="510"/>
                  </a:cubicBezTo>
                  <a:cubicBezTo>
                    <a:pt x="1548" y="270"/>
                    <a:pt x="1465" y="107"/>
                    <a:pt x="1336" y="0"/>
                  </a:cubicBezTo>
                  <a:cubicBezTo>
                    <a:pt x="1336" y="0"/>
                    <a:pt x="1336" y="0"/>
                    <a:pt x="1336" y="0"/>
                  </a:cubicBezTo>
                  <a:cubicBezTo>
                    <a:pt x="1401" y="85"/>
                    <a:pt x="1437" y="192"/>
                    <a:pt x="1437" y="321"/>
                  </a:cubicBezTo>
                  <a:cubicBezTo>
                    <a:pt x="1437" y="779"/>
                    <a:pt x="344" y="1444"/>
                    <a:pt x="0" y="16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4" name="Freeform 7"/>
            <p:cNvSpPr>
              <a:spLocks/>
            </p:cNvSpPr>
            <p:nvPr userDrawn="1"/>
          </p:nvSpPr>
          <p:spPr bwMode="auto">
            <a:xfrm>
              <a:off x="1858963" y="657225"/>
              <a:ext cx="6143625" cy="1200150"/>
            </a:xfrm>
            <a:custGeom>
              <a:avLst/>
              <a:gdLst>
                <a:gd name="T0" fmla="*/ 1936 w 1936"/>
                <a:gd name="T1" fmla="*/ 311 h 378"/>
                <a:gd name="T2" fmla="*/ 1325 w 1936"/>
                <a:gd name="T3" fmla="*/ 129 h 378"/>
                <a:gd name="T4" fmla="*/ 0 w 1936"/>
                <a:gd name="T5" fmla="*/ 378 h 378"/>
                <a:gd name="T6" fmla="*/ 875 w 1936"/>
                <a:gd name="T7" fmla="*/ 129 h 378"/>
                <a:gd name="T8" fmla="*/ 1936 w 1936"/>
                <a:gd name="T9" fmla="*/ 311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6" h="378">
                  <a:moveTo>
                    <a:pt x="1936" y="311"/>
                  </a:moveTo>
                  <a:cubicBezTo>
                    <a:pt x="1774" y="176"/>
                    <a:pt x="1537" y="129"/>
                    <a:pt x="1325" y="129"/>
                  </a:cubicBezTo>
                  <a:cubicBezTo>
                    <a:pt x="965" y="129"/>
                    <a:pt x="468" y="367"/>
                    <a:pt x="0" y="378"/>
                  </a:cubicBezTo>
                  <a:cubicBezTo>
                    <a:pt x="267" y="338"/>
                    <a:pt x="521" y="230"/>
                    <a:pt x="875" y="129"/>
                  </a:cubicBezTo>
                  <a:cubicBezTo>
                    <a:pt x="1328" y="0"/>
                    <a:pt x="1750" y="63"/>
                    <a:pt x="1936" y="3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5" name="Freeform 8"/>
            <p:cNvSpPr>
              <a:spLocks/>
            </p:cNvSpPr>
            <p:nvPr userDrawn="1"/>
          </p:nvSpPr>
          <p:spPr bwMode="auto">
            <a:xfrm>
              <a:off x="1588" y="1358900"/>
              <a:ext cx="1857375" cy="581025"/>
            </a:xfrm>
            <a:custGeom>
              <a:avLst/>
              <a:gdLst>
                <a:gd name="T0" fmla="*/ 585 w 585"/>
                <a:gd name="T1" fmla="*/ 157 h 183"/>
                <a:gd name="T2" fmla="*/ 0 w 585"/>
                <a:gd name="T3" fmla="*/ 123 h 183"/>
                <a:gd name="T4" fmla="*/ 0 w 585"/>
                <a:gd name="T5" fmla="*/ 0 h 183"/>
                <a:gd name="T6" fmla="*/ 585 w 585"/>
                <a:gd name="T7" fmla="*/ 15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5" h="183">
                  <a:moveTo>
                    <a:pt x="585" y="157"/>
                  </a:moveTo>
                  <a:cubicBezTo>
                    <a:pt x="407" y="183"/>
                    <a:pt x="223" y="179"/>
                    <a:pt x="0" y="1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0" y="122"/>
                    <a:pt x="380" y="161"/>
                    <a:pt x="585" y="1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1588" y="920750"/>
              <a:ext cx="1714500" cy="917575"/>
            </a:xfrm>
            <a:custGeom>
              <a:avLst/>
              <a:gdLst>
                <a:gd name="T0" fmla="*/ 0 w 540"/>
                <a:gd name="T1" fmla="*/ 66 h 289"/>
                <a:gd name="T2" fmla="*/ 540 w 540"/>
                <a:gd name="T3" fmla="*/ 272 h 289"/>
                <a:gd name="T4" fmla="*/ 0 w 540"/>
                <a:gd name="T5" fmla="*/ 0 h 289"/>
                <a:gd name="T6" fmla="*/ 0 w 540"/>
                <a:gd name="T7" fmla="*/ 66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0" h="289">
                  <a:moveTo>
                    <a:pt x="0" y="66"/>
                  </a:moveTo>
                  <a:cubicBezTo>
                    <a:pt x="166" y="227"/>
                    <a:pt x="351" y="278"/>
                    <a:pt x="540" y="272"/>
                  </a:cubicBezTo>
                  <a:cubicBezTo>
                    <a:pt x="540" y="272"/>
                    <a:pt x="251" y="289"/>
                    <a:pt x="0" y="0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8" name="Freeform 10"/>
            <p:cNvSpPr>
              <a:spLocks/>
            </p:cNvSpPr>
            <p:nvPr userDrawn="1"/>
          </p:nvSpPr>
          <p:spPr bwMode="auto">
            <a:xfrm>
              <a:off x="4987926" y="1644650"/>
              <a:ext cx="3916363" cy="5213350"/>
            </a:xfrm>
            <a:custGeom>
              <a:avLst/>
              <a:gdLst>
                <a:gd name="T0" fmla="*/ 0 w 1234"/>
                <a:gd name="T1" fmla="*/ 1642 h 1642"/>
                <a:gd name="T2" fmla="*/ 185 w 1234"/>
                <a:gd name="T3" fmla="*/ 1642 h 1642"/>
                <a:gd name="T4" fmla="*/ 1148 w 1234"/>
                <a:gd name="T5" fmla="*/ 510 h 1642"/>
                <a:gd name="T6" fmla="*/ 950 w 1234"/>
                <a:gd name="T7" fmla="*/ 0 h 1642"/>
                <a:gd name="T8" fmla="*/ 1021 w 1234"/>
                <a:gd name="T9" fmla="*/ 700 h 1642"/>
                <a:gd name="T10" fmla="*/ 0 w 1234"/>
                <a:gd name="T11" fmla="*/ 1642 h 1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4" h="1642">
                  <a:moveTo>
                    <a:pt x="0" y="1642"/>
                  </a:moveTo>
                  <a:cubicBezTo>
                    <a:pt x="185" y="1642"/>
                    <a:pt x="185" y="1642"/>
                    <a:pt x="185" y="1642"/>
                  </a:cubicBezTo>
                  <a:cubicBezTo>
                    <a:pt x="426" y="1466"/>
                    <a:pt x="1125" y="921"/>
                    <a:pt x="1148" y="510"/>
                  </a:cubicBezTo>
                  <a:cubicBezTo>
                    <a:pt x="1162" y="270"/>
                    <a:pt x="1079" y="107"/>
                    <a:pt x="950" y="0"/>
                  </a:cubicBezTo>
                  <a:cubicBezTo>
                    <a:pt x="957" y="7"/>
                    <a:pt x="1234" y="300"/>
                    <a:pt x="1021" y="700"/>
                  </a:cubicBezTo>
                  <a:cubicBezTo>
                    <a:pt x="832" y="1055"/>
                    <a:pt x="231" y="1495"/>
                    <a:pt x="0" y="1642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50000">
                  <a:schemeClr val="tx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5835651" y="4930775"/>
              <a:ext cx="2097088" cy="1927225"/>
            </a:xfrm>
            <a:custGeom>
              <a:avLst/>
              <a:gdLst>
                <a:gd name="T0" fmla="*/ 0 w 661"/>
                <a:gd name="T1" fmla="*/ 607 h 607"/>
                <a:gd name="T2" fmla="*/ 118 w 661"/>
                <a:gd name="T3" fmla="*/ 607 h 607"/>
                <a:gd name="T4" fmla="*/ 661 w 661"/>
                <a:gd name="T5" fmla="*/ 0 h 607"/>
                <a:gd name="T6" fmla="*/ 0 w 661"/>
                <a:gd name="T7" fmla="*/ 607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1" h="607">
                  <a:moveTo>
                    <a:pt x="0" y="607"/>
                  </a:moveTo>
                  <a:cubicBezTo>
                    <a:pt x="118" y="607"/>
                    <a:pt x="118" y="607"/>
                    <a:pt x="118" y="607"/>
                  </a:cubicBezTo>
                  <a:cubicBezTo>
                    <a:pt x="417" y="324"/>
                    <a:pt x="585" y="108"/>
                    <a:pt x="661" y="0"/>
                  </a:cubicBezTo>
                  <a:cubicBezTo>
                    <a:pt x="488" y="230"/>
                    <a:pt x="96" y="534"/>
                    <a:pt x="0" y="607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8793163" y="135572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6 w 68"/>
                <a:gd name="T9" fmla="*/ 68 h 68"/>
                <a:gd name="T10" fmla="*/ 26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6 w 68"/>
                <a:gd name="T17" fmla="*/ 26 h 68"/>
                <a:gd name="T18" fmla="*/ 26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6" y="68"/>
                  </a:lnTo>
                  <a:lnTo>
                    <a:pt x="26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6" y="26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1" name="Freeform 13"/>
            <p:cNvSpPr>
              <a:spLocks/>
            </p:cNvSpPr>
            <p:nvPr userDrawn="1"/>
          </p:nvSpPr>
          <p:spPr bwMode="auto">
            <a:xfrm>
              <a:off x="5861051" y="45402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2" name="Freeform 14"/>
            <p:cNvSpPr>
              <a:spLocks/>
            </p:cNvSpPr>
            <p:nvPr userDrawn="1"/>
          </p:nvSpPr>
          <p:spPr bwMode="auto">
            <a:xfrm>
              <a:off x="6343651" y="1301750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3" name="Freeform 15"/>
            <p:cNvSpPr>
              <a:spLocks/>
            </p:cNvSpPr>
            <p:nvPr userDrawn="1"/>
          </p:nvSpPr>
          <p:spPr bwMode="auto">
            <a:xfrm>
              <a:off x="7500938" y="2603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0 h 68"/>
                <a:gd name="T4" fmla="*/ 42 w 68"/>
                <a:gd name="T5" fmla="*/ 40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0"/>
                  </a:lnTo>
                  <a:lnTo>
                    <a:pt x="42" y="40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4" name="Freeform 16"/>
            <p:cNvSpPr>
              <a:spLocks/>
            </p:cNvSpPr>
            <p:nvPr userDrawn="1"/>
          </p:nvSpPr>
          <p:spPr bwMode="auto">
            <a:xfrm>
              <a:off x="7662863" y="99377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2 w 68"/>
                <a:gd name="T5" fmla="*/ 40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2" y="40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5" name="Freeform 17"/>
            <p:cNvSpPr>
              <a:spLocks/>
            </p:cNvSpPr>
            <p:nvPr userDrawn="1"/>
          </p:nvSpPr>
          <p:spPr bwMode="auto">
            <a:xfrm>
              <a:off x="7710488" y="216852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6 w 68"/>
                <a:gd name="T9" fmla="*/ 68 h 68"/>
                <a:gd name="T10" fmla="*/ 26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6 w 68"/>
                <a:gd name="T17" fmla="*/ 26 h 68"/>
                <a:gd name="T18" fmla="*/ 26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6" y="68"/>
                  </a:lnTo>
                  <a:lnTo>
                    <a:pt x="26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6" y="26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6" name="Freeform 18"/>
            <p:cNvSpPr>
              <a:spLocks/>
            </p:cNvSpPr>
            <p:nvPr userDrawn="1"/>
          </p:nvSpPr>
          <p:spPr bwMode="auto">
            <a:xfrm>
              <a:off x="8844495" y="29974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6 w 68"/>
                <a:gd name="T9" fmla="*/ 68 h 68"/>
                <a:gd name="T10" fmla="*/ 26 w 68"/>
                <a:gd name="T11" fmla="*/ 40 h 68"/>
                <a:gd name="T12" fmla="*/ 0 w 68"/>
                <a:gd name="T13" fmla="*/ 40 h 68"/>
                <a:gd name="T14" fmla="*/ 0 w 68"/>
                <a:gd name="T15" fmla="*/ 28 h 68"/>
                <a:gd name="T16" fmla="*/ 26 w 68"/>
                <a:gd name="T17" fmla="*/ 28 h 68"/>
                <a:gd name="T18" fmla="*/ 26 w 68"/>
                <a:gd name="T19" fmla="*/ 0 h 68"/>
                <a:gd name="T20" fmla="*/ 40 w 68"/>
                <a:gd name="T21" fmla="*/ 0 h 68"/>
                <a:gd name="T22" fmla="*/ 40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6" y="68"/>
                  </a:lnTo>
                  <a:lnTo>
                    <a:pt x="26" y="40"/>
                  </a:lnTo>
                  <a:lnTo>
                    <a:pt x="0" y="40"/>
                  </a:lnTo>
                  <a:lnTo>
                    <a:pt x="0" y="28"/>
                  </a:lnTo>
                  <a:lnTo>
                    <a:pt x="26" y="28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40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7" name="Freeform 19"/>
            <p:cNvSpPr>
              <a:spLocks/>
            </p:cNvSpPr>
            <p:nvPr userDrawn="1"/>
          </p:nvSpPr>
          <p:spPr bwMode="auto">
            <a:xfrm>
              <a:off x="7072313" y="16287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8" name="Freeform 20"/>
            <p:cNvSpPr>
              <a:spLocks/>
            </p:cNvSpPr>
            <p:nvPr userDrawn="1"/>
          </p:nvSpPr>
          <p:spPr bwMode="auto">
            <a:xfrm>
              <a:off x="5969001" y="16287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9" name="Freeform 21"/>
            <p:cNvSpPr>
              <a:spLocks/>
            </p:cNvSpPr>
            <p:nvPr userDrawn="1"/>
          </p:nvSpPr>
          <p:spPr bwMode="auto">
            <a:xfrm>
              <a:off x="7000876" y="434975"/>
              <a:ext cx="141288" cy="142875"/>
            </a:xfrm>
            <a:custGeom>
              <a:avLst/>
              <a:gdLst>
                <a:gd name="T0" fmla="*/ 89 w 89"/>
                <a:gd name="T1" fmla="*/ 36 h 90"/>
                <a:gd name="T2" fmla="*/ 89 w 89"/>
                <a:gd name="T3" fmla="*/ 54 h 90"/>
                <a:gd name="T4" fmla="*/ 53 w 89"/>
                <a:gd name="T5" fmla="*/ 54 h 90"/>
                <a:gd name="T6" fmla="*/ 53 w 89"/>
                <a:gd name="T7" fmla="*/ 90 h 90"/>
                <a:gd name="T8" fmla="*/ 35 w 89"/>
                <a:gd name="T9" fmla="*/ 90 h 90"/>
                <a:gd name="T10" fmla="*/ 35 w 89"/>
                <a:gd name="T11" fmla="*/ 54 h 90"/>
                <a:gd name="T12" fmla="*/ 0 w 89"/>
                <a:gd name="T13" fmla="*/ 54 h 90"/>
                <a:gd name="T14" fmla="*/ 0 w 89"/>
                <a:gd name="T15" fmla="*/ 36 h 90"/>
                <a:gd name="T16" fmla="*/ 35 w 89"/>
                <a:gd name="T17" fmla="*/ 36 h 90"/>
                <a:gd name="T18" fmla="*/ 35 w 89"/>
                <a:gd name="T19" fmla="*/ 0 h 90"/>
                <a:gd name="T20" fmla="*/ 53 w 89"/>
                <a:gd name="T21" fmla="*/ 0 h 90"/>
                <a:gd name="T22" fmla="*/ 53 w 89"/>
                <a:gd name="T23" fmla="*/ 36 h 90"/>
                <a:gd name="T24" fmla="*/ 89 w 89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90">
                  <a:moveTo>
                    <a:pt x="89" y="36"/>
                  </a:moveTo>
                  <a:lnTo>
                    <a:pt x="89" y="54"/>
                  </a:lnTo>
                  <a:lnTo>
                    <a:pt x="53" y="54"/>
                  </a:lnTo>
                  <a:lnTo>
                    <a:pt x="53" y="90"/>
                  </a:lnTo>
                  <a:lnTo>
                    <a:pt x="35" y="90"/>
                  </a:lnTo>
                  <a:lnTo>
                    <a:pt x="35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5" y="36"/>
                  </a:lnTo>
                  <a:lnTo>
                    <a:pt x="35" y="0"/>
                  </a:lnTo>
                  <a:lnTo>
                    <a:pt x="53" y="0"/>
                  </a:lnTo>
                  <a:lnTo>
                    <a:pt x="53" y="36"/>
                  </a:lnTo>
                  <a:lnTo>
                    <a:pt x="89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0" name="Freeform 22"/>
            <p:cNvSpPr>
              <a:spLocks/>
            </p:cNvSpPr>
            <p:nvPr userDrawn="1"/>
          </p:nvSpPr>
          <p:spPr bwMode="auto">
            <a:xfrm>
              <a:off x="8275638" y="1047750"/>
              <a:ext cx="146050" cy="142875"/>
            </a:xfrm>
            <a:custGeom>
              <a:avLst/>
              <a:gdLst>
                <a:gd name="T0" fmla="*/ 92 w 92"/>
                <a:gd name="T1" fmla="*/ 36 h 90"/>
                <a:gd name="T2" fmla="*/ 92 w 92"/>
                <a:gd name="T3" fmla="*/ 54 h 90"/>
                <a:gd name="T4" fmla="*/ 54 w 92"/>
                <a:gd name="T5" fmla="*/ 54 h 90"/>
                <a:gd name="T6" fmla="*/ 54 w 92"/>
                <a:gd name="T7" fmla="*/ 90 h 90"/>
                <a:gd name="T8" fmla="*/ 38 w 92"/>
                <a:gd name="T9" fmla="*/ 90 h 90"/>
                <a:gd name="T10" fmla="*/ 38 w 92"/>
                <a:gd name="T11" fmla="*/ 54 h 90"/>
                <a:gd name="T12" fmla="*/ 0 w 92"/>
                <a:gd name="T13" fmla="*/ 54 h 90"/>
                <a:gd name="T14" fmla="*/ 0 w 92"/>
                <a:gd name="T15" fmla="*/ 36 h 90"/>
                <a:gd name="T16" fmla="*/ 38 w 92"/>
                <a:gd name="T17" fmla="*/ 36 h 90"/>
                <a:gd name="T18" fmla="*/ 38 w 92"/>
                <a:gd name="T19" fmla="*/ 0 h 90"/>
                <a:gd name="T20" fmla="*/ 54 w 92"/>
                <a:gd name="T21" fmla="*/ 0 h 90"/>
                <a:gd name="T22" fmla="*/ 54 w 92"/>
                <a:gd name="T23" fmla="*/ 36 h 90"/>
                <a:gd name="T24" fmla="*/ 92 w 92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0">
                  <a:moveTo>
                    <a:pt x="92" y="36"/>
                  </a:moveTo>
                  <a:lnTo>
                    <a:pt x="92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8" y="90"/>
                  </a:lnTo>
                  <a:lnTo>
                    <a:pt x="38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8" y="36"/>
                  </a:lnTo>
                  <a:lnTo>
                    <a:pt x="38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2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1" name="Freeform 23"/>
            <p:cNvSpPr>
              <a:spLocks/>
            </p:cNvSpPr>
            <p:nvPr userDrawn="1"/>
          </p:nvSpPr>
          <p:spPr bwMode="auto">
            <a:xfrm>
              <a:off x="8621713" y="18700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512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6" userDrawn="1">
          <p15:clr>
            <a:srgbClr val="FBAE40"/>
          </p15:clr>
        </p15:guide>
        <p15:guide id="3" pos="6924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2117" y="0"/>
            <a:ext cx="12187768" cy="6858000"/>
            <a:chOff x="1588" y="0"/>
            <a:chExt cx="9140826" cy="6858000"/>
          </a:xfrm>
        </p:grpSpPr>
        <p:sp>
          <p:nvSpPr>
            <p:cNvPr id="15" name="Freeform 28"/>
            <p:cNvSpPr>
              <a:spLocks/>
            </p:cNvSpPr>
            <p:nvPr userDrawn="1"/>
          </p:nvSpPr>
          <p:spPr bwMode="auto">
            <a:xfrm>
              <a:off x="3498851" y="11366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2 h 68"/>
                <a:gd name="T4" fmla="*/ 42 w 68"/>
                <a:gd name="T5" fmla="*/ 42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2 h 68"/>
                <a:gd name="T12" fmla="*/ 0 w 68"/>
                <a:gd name="T13" fmla="*/ 42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2"/>
                  </a:lnTo>
                  <a:lnTo>
                    <a:pt x="42" y="42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 29"/>
            <p:cNvSpPr>
              <a:spLocks/>
            </p:cNvSpPr>
            <p:nvPr userDrawn="1"/>
          </p:nvSpPr>
          <p:spPr bwMode="auto">
            <a:xfrm>
              <a:off x="636588" y="49847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2 w 68"/>
                <a:gd name="T5" fmla="*/ 40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2" y="40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 30"/>
            <p:cNvSpPr>
              <a:spLocks/>
            </p:cNvSpPr>
            <p:nvPr userDrawn="1"/>
          </p:nvSpPr>
          <p:spPr bwMode="auto">
            <a:xfrm>
              <a:off x="2255838" y="9588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0" name="Freeform 31"/>
            <p:cNvSpPr>
              <a:spLocks/>
            </p:cNvSpPr>
            <p:nvPr userDrawn="1"/>
          </p:nvSpPr>
          <p:spPr bwMode="auto">
            <a:xfrm>
              <a:off x="4718051" y="1778000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1" name="Freeform 32"/>
            <p:cNvSpPr>
              <a:spLocks/>
            </p:cNvSpPr>
            <p:nvPr userDrawn="1"/>
          </p:nvSpPr>
          <p:spPr bwMode="auto">
            <a:xfrm>
              <a:off x="4425951" y="5778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2 h 68"/>
                <a:gd name="T4" fmla="*/ 42 w 68"/>
                <a:gd name="T5" fmla="*/ 42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2 h 68"/>
                <a:gd name="T12" fmla="*/ 0 w 68"/>
                <a:gd name="T13" fmla="*/ 42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2"/>
                  </a:lnTo>
                  <a:lnTo>
                    <a:pt x="42" y="42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2" name="Freeform 33"/>
            <p:cNvSpPr>
              <a:spLocks/>
            </p:cNvSpPr>
            <p:nvPr userDrawn="1"/>
          </p:nvSpPr>
          <p:spPr bwMode="auto">
            <a:xfrm>
              <a:off x="1157288" y="117792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3" name="Freeform 34"/>
            <p:cNvSpPr>
              <a:spLocks/>
            </p:cNvSpPr>
            <p:nvPr userDrawn="1"/>
          </p:nvSpPr>
          <p:spPr bwMode="auto">
            <a:xfrm>
              <a:off x="334963" y="1441450"/>
              <a:ext cx="142875" cy="146050"/>
            </a:xfrm>
            <a:custGeom>
              <a:avLst/>
              <a:gdLst>
                <a:gd name="T0" fmla="*/ 90 w 90"/>
                <a:gd name="T1" fmla="*/ 38 h 92"/>
                <a:gd name="T2" fmla="*/ 90 w 90"/>
                <a:gd name="T3" fmla="*/ 54 h 92"/>
                <a:gd name="T4" fmla="*/ 54 w 90"/>
                <a:gd name="T5" fmla="*/ 54 h 92"/>
                <a:gd name="T6" fmla="*/ 54 w 90"/>
                <a:gd name="T7" fmla="*/ 92 h 92"/>
                <a:gd name="T8" fmla="*/ 36 w 90"/>
                <a:gd name="T9" fmla="*/ 92 h 92"/>
                <a:gd name="T10" fmla="*/ 36 w 90"/>
                <a:gd name="T11" fmla="*/ 54 h 92"/>
                <a:gd name="T12" fmla="*/ 0 w 90"/>
                <a:gd name="T13" fmla="*/ 54 h 92"/>
                <a:gd name="T14" fmla="*/ 0 w 90"/>
                <a:gd name="T15" fmla="*/ 38 h 92"/>
                <a:gd name="T16" fmla="*/ 36 w 90"/>
                <a:gd name="T17" fmla="*/ 38 h 92"/>
                <a:gd name="T18" fmla="*/ 36 w 90"/>
                <a:gd name="T19" fmla="*/ 0 h 92"/>
                <a:gd name="T20" fmla="*/ 54 w 90"/>
                <a:gd name="T21" fmla="*/ 0 h 92"/>
                <a:gd name="T22" fmla="*/ 54 w 90"/>
                <a:gd name="T23" fmla="*/ 38 h 92"/>
                <a:gd name="T24" fmla="*/ 90 w 90"/>
                <a:gd name="T25" fmla="*/ 3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2">
                  <a:moveTo>
                    <a:pt x="90" y="38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2"/>
                  </a:lnTo>
                  <a:lnTo>
                    <a:pt x="36" y="92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8"/>
                  </a:lnTo>
                  <a:lnTo>
                    <a:pt x="36" y="38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8"/>
                  </a:lnTo>
                  <a:lnTo>
                    <a:pt x="90" y="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4" name="Freeform 35"/>
            <p:cNvSpPr>
              <a:spLocks/>
            </p:cNvSpPr>
            <p:nvPr userDrawn="1"/>
          </p:nvSpPr>
          <p:spPr bwMode="auto">
            <a:xfrm>
              <a:off x="2600326" y="361950"/>
              <a:ext cx="146050" cy="142875"/>
            </a:xfrm>
            <a:custGeom>
              <a:avLst/>
              <a:gdLst>
                <a:gd name="T0" fmla="*/ 92 w 92"/>
                <a:gd name="T1" fmla="*/ 36 h 90"/>
                <a:gd name="T2" fmla="*/ 92 w 92"/>
                <a:gd name="T3" fmla="*/ 54 h 90"/>
                <a:gd name="T4" fmla="*/ 54 w 92"/>
                <a:gd name="T5" fmla="*/ 54 h 90"/>
                <a:gd name="T6" fmla="*/ 54 w 92"/>
                <a:gd name="T7" fmla="*/ 90 h 90"/>
                <a:gd name="T8" fmla="*/ 38 w 92"/>
                <a:gd name="T9" fmla="*/ 90 h 90"/>
                <a:gd name="T10" fmla="*/ 38 w 92"/>
                <a:gd name="T11" fmla="*/ 54 h 90"/>
                <a:gd name="T12" fmla="*/ 0 w 92"/>
                <a:gd name="T13" fmla="*/ 54 h 90"/>
                <a:gd name="T14" fmla="*/ 0 w 92"/>
                <a:gd name="T15" fmla="*/ 36 h 90"/>
                <a:gd name="T16" fmla="*/ 38 w 92"/>
                <a:gd name="T17" fmla="*/ 36 h 90"/>
                <a:gd name="T18" fmla="*/ 38 w 92"/>
                <a:gd name="T19" fmla="*/ 0 h 90"/>
                <a:gd name="T20" fmla="*/ 54 w 92"/>
                <a:gd name="T21" fmla="*/ 0 h 90"/>
                <a:gd name="T22" fmla="*/ 54 w 92"/>
                <a:gd name="T23" fmla="*/ 36 h 90"/>
                <a:gd name="T24" fmla="*/ 92 w 92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0">
                  <a:moveTo>
                    <a:pt x="92" y="36"/>
                  </a:moveTo>
                  <a:lnTo>
                    <a:pt x="92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8" y="90"/>
                  </a:lnTo>
                  <a:lnTo>
                    <a:pt x="38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8" y="36"/>
                  </a:lnTo>
                  <a:lnTo>
                    <a:pt x="38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2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5" name="Freeform 36"/>
            <p:cNvSpPr>
              <a:spLocks/>
            </p:cNvSpPr>
            <p:nvPr userDrawn="1"/>
          </p:nvSpPr>
          <p:spPr bwMode="auto">
            <a:xfrm>
              <a:off x="6350001" y="16541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6" name="Freeform 37"/>
            <p:cNvSpPr>
              <a:spLocks/>
            </p:cNvSpPr>
            <p:nvPr userDrawn="1"/>
          </p:nvSpPr>
          <p:spPr bwMode="auto">
            <a:xfrm>
              <a:off x="667416" y="2696414"/>
              <a:ext cx="146050" cy="142875"/>
            </a:xfrm>
            <a:custGeom>
              <a:avLst/>
              <a:gdLst>
                <a:gd name="T0" fmla="*/ 92 w 92"/>
                <a:gd name="T1" fmla="*/ 36 h 90"/>
                <a:gd name="T2" fmla="*/ 92 w 92"/>
                <a:gd name="T3" fmla="*/ 54 h 90"/>
                <a:gd name="T4" fmla="*/ 54 w 92"/>
                <a:gd name="T5" fmla="*/ 54 h 90"/>
                <a:gd name="T6" fmla="*/ 54 w 92"/>
                <a:gd name="T7" fmla="*/ 90 h 90"/>
                <a:gd name="T8" fmla="*/ 38 w 92"/>
                <a:gd name="T9" fmla="*/ 90 h 90"/>
                <a:gd name="T10" fmla="*/ 38 w 92"/>
                <a:gd name="T11" fmla="*/ 54 h 90"/>
                <a:gd name="T12" fmla="*/ 0 w 92"/>
                <a:gd name="T13" fmla="*/ 54 h 90"/>
                <a:gd name="T14" fmla="*/ 0 w 92"/>
                <a:gd name="T15" fmla="*/ 36 h 90"/>
                <a:gd name="T16" fmla="*/ 38 w 92"/>
                <a:gd name="T17" fmla="*/ 36 h 90"/>
                <a:gd name="T18" fmla="*/ 38 w 92"/>
                <a:gd name="T19" fmla="*/ 0 h 90"/>
                <a:gd name="T20" fmla="*/ 54 w 92"/>
                <a:gd name="T21" fmla="*/ 0 h 90"/>
                <a:gd name="T22" fmla="*/ 54 w 92"/>
                <a:gd name="T23" fmla="*/ 36 h 90"/>
                <a:gd name="T24" fmla="*/ 92 w 92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0">
                  <a:moveTo>
                    <a:pt x="92" y="36"/>
                  </a:moveTo>
                  <a:lnTo>
                    <a:pt x="92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8" y="90"/>
                  </a:lnTo>
                  <a:lnTo>
                    <a:pt x="38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8" y="36"/>
                  </a:lnTo>
                  <a:lnTo>
                    <a:pt x="38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2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7" name="Freeform 38"/>
            <p:cNvSpPr>
              <a:spLocks/>
            </p:cNvSpPr>
            <p:nvPr userDrawn="1"/>
          </p:nvSpPr>
          <p:spPr bwMode="auto">
            <a:xfrm>
              <a:off x="8224838" y="5997575"/>
              <a:ext cx="546100" cy="860425"/>
            </a:xfrm>
            <a:custGeom>
              <a:avLst/>
              <a:gdLst>
                <a:gd name="T0" fmla="*/ 172 w 172"/>
                <a:gd name="T1" fmla="*/ 271 h 271"/>
                <a:gd name="T2" fmla="*/ 99 w 172"/>
                <a:gd name="T3" fmla="*/ 271 h 271"/>
                <a:gd name="T4" fmla="*/ 0 w 172"/>
                <a:gd name="T5" fmla="*/ 0 h 271"/>
                <a:gd name="T6" fmla="*/ 0 w 172"/>
                <a:gd name="T7" fmla="*/ 0 h 271"/>
                <a:gd name="T8" fmla="*/ 172 w 172"/>
                <a:gd name="T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271">
                  <a:moveTo>
                    <a:pt x="172" y="271"/>
                  </a:moveTo>
                  <a:cubicBezTo>
                    <a:pt x="99" y="271"/>
                    <a:pt x="99" y="271"/>
                    <a:pt x="99" y="271"/>
                  </a:cubicBezTo>
                  <a:cubicBezTo>
                    <a:pt x="87" y="165"/>
                    <a:pt x="53" y="7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7" y="68"/>
                    <a:pt x="137" y="157"/>
                    <a:pt x="172" y="2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8" name="Freeform 39"/>
            <p:cNvSpPr>
              <a:spLocks/>
            </p:cNvSpPr>
            <p:nvPr userDrawn="1"/>
          </p:nvSpPr>
          <p:spPr bwMode="auto">
            <a:xfrm>
              <a:off x="1909763" y="4911725"/>
              <a:ext cx="6315075" cy="1317625"/>
            </a:xfrm>
            <a:custGeom>
              <a:avLst/>
              <a:gdLst>
                <a:gd name="T0" fmla="*/ 1990 w 1990"/>
                <a:gd name="T1" fmla="*/ 342 h 415"/>
                <a:gd name="T2" fmla="*/ 1361 w 1990"/>
                <a:gd name="T3" fmla="*/ 142 h 415"/>
                <a:gd name="T4" fmla="*/ 0 w 1990"/>
                <a:gd name="T5" fmla="*/ 415 h 415"/>
                <a:gd name="T6" fmla="*/ 900 w 1990"/>
                <a:gd name="T7" fmla="*/ 142 h 415"/>
                <a:gd name="T8" fmla="*/ 1990 w 1990"/>
                <a:gd name="T9" fmla="*/ 342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0" h="415">
                  <a:moveTo>
                    <a:pt x="1990" y="342"/>
                  </a:moveTo>
                  <a:cubicBezTo>
                    <a:pt x="1823" y="193"/>
                    <a:pt x="1579" y="142"/>
                    <a:pt x="1361" y="142"/>
                  </a:cubicBezTo>
                  <a:cubicBezTo>
                    <a:pt x="991" y="142"/>
                    <a:pt x="481" y="404"/>
                    <a:pt x="0" y="415"/>
                  </a:cubicBezTo>
                  <a:cubicBezTo>
                    <a:pt x="275" y="372"/>
                    <a:pt x="536" y="253"/>
                    <a:pt x="900" y="142"/>
                  </a:cubicBezTo>
                  <a:cubicBezTo>
                    <a:pt x="1365" y="0"/>
                    <a:pt x="1798" y="70"/>
                    <a:pt x="1990" y="3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40"/>
            <p:cNvSpPr>
              <a:spLocks/>
            </p:cNvSpPr>
            <p:nvPr userDrawn="1"/>
          </p:nvSpPr>
          <p:spPr bwMode="auto">
            <a:xfrm>
              <a:off x="1588" y="5683250"/>
              <a:ext cx="1908175" cy="638175"/>
            </a:xfrm>
            <a:custGeom>
              <a:avLst/>
              <a:gdLst>
                <a:gd name="T0" fmla="*/ 601 w 601"/>
                <a:gd name="T1" fmla="*/ 172 h 201"/>
                <a:gd name="T2" fmla="*/ 0 w 601"/>
                <a:gd name="T3" fmla="*/ 135 h 201"/>
                <a:gd name="T4" fmla="*/ 0 w 601"/>
                <a:gd name="T5" fmla="*/ 0 h 201"/>
                <a:gd name="T6" fmla="*/ 601 w 601"/>
                <a:gd name="T7" fmla="*/ 17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01">
                  <a:moveTo>
                    <a:pt x="601" y="172"/>
                  </a:moveTo>
                  <a:cubicBezTo>
                    <a:pt x="418" y="201"/>
                    <a:pt x="230" y="197"/>
                    <a:pt x="0" y="1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5" y="134"/>
                    <a:pt x="390" y="177"/>
                    <a:pt x="601" y="1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41"/>
            <p:cNvSpPr>
              <a:spLocks/>
            </p:cNvSpPr>
            <p:nvPr userDrawn="1"/>
          </p:nvSpPr>
          <p:spPr bwMode="auto">
            <a:xfrm>
              <a:off x="1588" y="5200650"/>
              <a:ext cx="1762125" cy="1003300"/>
            </a:xfrm>
            <a:custGeom>
              <a:avLst/>
              <a:gdLst>
                <a:gd name="T0" fmla="*/ 0 w 555"/>
                <a:gd name="T1" fmla="*/ 73 h 316"/>
                <a:gd name="T2" fmla="*/ 555 w 555"/>
                <a:gd name="T3" fmla="*/ 300 h 316"/>
                <a:gd name="T4" fmla="*/ 0 w 555"/>
                <a:gd name="T5" fmla="*/ 0 h 316"/>
                <a:gd name="T6" fmla="*/ 0 w 555"/>
                <a:gd name="T7" fmla="*/ 7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5" h="316">
                  <a:moveTo>
                    <a:pt x="0" y="73"/>
                  </a:moveTo>
                  <a:cubicBezTo>
                    <a:pt x="171" y="249"/>
                    <a:pt x="361" y="306"/>
                    <a:pt x="555" y="300"/>
                  </a:cubicBezTo>
                  <a:cubicBezTo>
                    <a:pt x="555" y="300"/>
                    <a:pt x="254" y="316"/>
                    <a:pt x="0" y="0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8" name="Freeform 42"/>
            <p:cNvSpPr>
              <a:spLocks/>
            </p:cNvSpPr>
            <p:nvPr userDrawn="1"/>
          </p:nvSpPr>
          <p:spPr bwMode="auto">
            <a:xfrm>
              <a:off x="8224838" y="5997575"/>
              <a:ext cx="546100" cy="860425"/>
            </a:xfrm>
            <a:custGeom>
              <a:avLst/>
              <a:gdLst>
                <a:gd name="T0" fmla="*/ 172 w 172"/>
                <a:gd name="T1" fmla="*/ 271 h 271"/>
                <a:gd name="T2" fmla="*/ 134 w 172"/>
                <a:gd name="T3" fmla="*/ 271 h 271"/>
                <a:gd name="T4" fmla="*/ 0 w 172"/>
                <a:gd name="T5" fmla="*/ 0 h 271"/>
                <a:gd name="T6" fmla="*/ 172 w 172"/>
                <a:gd name="T7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271">
                  <a:moveTo>
                    <a:pt x="172" y="271"/>
                  </a:moveTo>
                  <a:cubicBezTo>
                    <a:pt x="134" y="271"/>
                    <a:pt x="134" y="271"/>
                    <a:pt x="134" y="271"/>
                  </a:cubicBezTo>
                  <a:cubicBezTo>
                    <a:pt x="93" y="106"/>
                    <a:pt x="3" y="4"/>
                    <a:pt x="0" y="0"/>
                  </a:cubicBezTo>
                  <a:cubicBezTo>
                    <a:pt x="77" y="68"/>
                    <a:pt x="137" y="157"/>
                    <a:pt x="172" y="271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50000">
                  <a:schemeClr val="tx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0" name="Freeform 43"/>
            <p:cNvSpPr>
              <a:spLocks/>
            </p:cNvSpPr>
            <p:nvPr userDrawn="1"/>
          </p:nvSpPr>
          <p:spPr bwMode="auto">
            <a:xfrm>
              <a:off x="5851526" y="0"/>
              <a:ext cx="3290888" cy="1587500"/>
            </a:xfrm>
            <a:custGeom>
              <a:avLst/>
              <a:gdLst>
                <a:gd name="T0" fmla="*/ 1037 w 1037"/>
                <a:gd name="T1" fmla="*/ 274 h 500"/>
                <a:gd name="T2" fmla="*/ 1037 w 1037"/>
                <a:gd name="T3" fmla="*/ 481 h 500"/>
                <a:gd name="T4" fmla="*/ 173 w 1037"/>
                <a:gd name="T5" fmla="*/ 339 h 500"/>
                <a:gd name="T6" fmla="*/ 0 w 1037"/>
                <a:gd name="T7" fmla="*/ 0 h 500"/>
                <a:gd name="T8" fmla="*/ 7 w 1037"/>
                <a:gd name="T9" fmla="*/ 0 h 500"/>
                <a:gd name="T10" fmla="*/ 121 w 1037"/>
                <a:gd name="T11" fmla="*/ 190 h 500"/>
                <a:gd name="T12" fmla="*/ 1037 w 1037"/>
                <a:gd name="T13" fmla="*/ 27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7" h="500">
                  <a:moveTo>
                    <a:pt x="1037" y="274"/>
                  </a:moveTo>
                  <a:cubicBezTo>
                    <a:pt x="1037" y="481"/>
                    <a:pt x="1037" y="481"/>
                    <a:pt x="1037" y="481"/>
                  </a:cubicBezTo>
                  <a:cubicBezTo>
                    <a:pt x="757" y="500"/>
                    <a:pt x="348" y="496"/>
                    <a:pt x="173" y="339"/>
                  </a:cubicBezTo>
                  <a:cubicBezTo>
                    <a:pt x="50" y="228"/>
                    <a:pt x="2" y="112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5" y="66"/>
                    <a:pt x="62" y="131"/>
                    <a:pt x="121" y="190"/>
                  </a:cubicBezTo>
                  <a:cubicBezTo>
                    <a:pt x="274" y="343"/>
                    <a:pt x="685" y="324"/>
                    <a:pt x="1037" y="2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1" name="Freeform 44"/>
            <p:cNvSpPr>
              <a:spLocks/>
            </p:cNvSpPr>
            <p:nvPr userDrawn="1"/>
          </p:nvSpPr>
          <p:spPr bwMode="auto">
            <a:xfrm>
              <a:off x="5851526" y="0"/>
              <a:ext cx="3290888" cy="1587500"/>
            </a:xfrm>
            <a:custGeom>
              <a:avLst/>
              <a:gdLst>
                <a:gd name="T0" fmla="*/ 1037 w 1037"/>
                <a:gd name="T1" fmla="*/ 410 h 500"/>
                <a:gd name="T2" fmla="*/ 1037 w 1037"/>
                <a:gd name="T3" fmla="*/ 481 h 500"/>
                <a:gd name="T4" fmla="*/ 173 w 1037"/>
                <a:gd name="T5" fmla="*/ 339 h 500"/>
                <a:gd name="T6" fmla="*/ 0 w 1037"/>
                <a:gd name="T7" fmla="*/ 0 h 500"/>
                <a:gd name="T8" fmla="*/ 4 w 1037"/>
                <a:gd name="T9" fmla="*/ 0 h 500"/>
                <a:gd name="T10" fmla="*/ 337 w 1037"/>
                <a:gd name="T11" fmla="*/ 376 h 500"/>
                <a:gd name="T12" fmla="*/ 1037 w 1037"/>
                <a:gd name="T13" fmla="*/ 41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7" h="500">
                  <a:moveTo>
                    <a:pt x="1037" y="410"/>
                  </a:moveTo>
                  <a:cubicBezTo>
                    <a:pt x="1037" y="481"/>
                    <a:pt x="1037" y="481"/>
                    <a:pt x="1037" y="481"/>
                  </a:cubicBezTo>
                  <a:cubicBezTo>
                    <a:pt x="757" y="500"/>
                    <a:pt x="348" y="496"/>
                    <a:pt x="173" y="339"/>
                  </a:cubicBezTo>
                  <a:cubicBezTo>
                    <a:pt x="50" y="228"/>
                    <a:pt x="2" y="112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79"/>
                    <a:pt x="78" y="289"/>
                    <a:pt x="337" y="376"/>
                  </a:cubicBezTo>
                  <a:cubicBezTo>
                    <a:pt x="519" y="437"/>
                    <a:pt x="805" y="432"/>
                    <a:pt x="1037" y="41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2">
                    <a:alpha val="20000"/>
                  </a:schemeClr>
                </a:gs>
                <a:gs pos="50000">
                  <a:schemeClr val="tx2">
                    <a:alpha val="0"/>
                  </a:schemeClr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2" name="Freeform 45"/>
            <p:cNvSpPr>
              <a:spLocks/>
            </p:cNvSpPr>
            <p:nvPr userDrawn="1"/>
          </p:nvSpPr>
          <p:spPr bwMode="auto">
            <a:xfrm>
              <a:off x="7631113" y="1612900"/>
              <a:ext cx="1511300" cy="158750"/>
            </a:xfrm>
            <a:custGeom>
              <a:avLst/>
              <a:gdLst>
                <a:gd name="T0" fmla="*/ 476 w 476"/>
                <a:gd name="T1" fmla="*/ 8 h 50"/>
                <a:gd name="T2" fmla="*/ 476 w 476"/>
                <a:gd name="T3" fmla="*/ 50 h 50"/>
                <a:gd name="T4" fmla="*/ 0 w 476"/>
                <a:gd name="T5" fmla="*/ 0 h 50"/>
                <a:gd name="T6" fmla="*/ 476 w 476"/>
                <a:gd name="T7" fmla="*/ 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0">
                  <a:moveTo>
                    <a:pt x="476" y="8"/>
                  </a:moveTo>
                  <a:cubicBezTo>
                    <a:pt x="476" y="50"/>
                    <a:pt x="476" y="50"/>
                    <a:pt x="476" y="50"/>
                  </a:cubicBezTo>
                  <a:cubicBezTo>
                    <a:pt x="241" y="42"/>
                    <a:pt x="81" y="17"/>
                    <a:pt x="0" y="0"/>
                  </a:cubicBezTo>
                  <a:cubicBezTo>
                    <a:pt x="134" y="23"/>
                    <a:pt x="331" y="18"/>
                    <a:pt x="476" y="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3" name="Freeform 46"/>
            <p:cNvSpPr>
              <a:spLocks/>
            </p:cNvSpPr>
            <p:nvPr userDrawn="1"/>
          </p:nvSpPr>
          <p:spPr bwMode="auto">
            <a:xfrm>
              <a:off x="6064251" y="0"/>
              <a:ext cx="762000" cy="736600"/>
            </a:xfrm>
            <a:custGeom>
              <a:avLst/>
              <a:gdLst>
                <a:gd name="T0" fmla="*/ 0 w 240"/>
                <a:gd name="T1" fmla="*/ 0 h 232"/>
                <a:gd name="T2" fmla="*/ 240 w 240"/>
                <a:gd name="T3" fmla="*/ 232 h 232"/>
                <a:gd name="T4" fmla="*/ 92 w 240"/>
                <a:gd name="T5" fmla="*/ 0 h 232"/>
                <a:gd name="T6" fmla="*/ 0 w 240"/>
                <a:gd name="T7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232">
                  <a:moveTo>
                    <a:pt x="0" y="0"/>
                  </a:moveTo>
                  <a:cubicBezTo>
                    <a:pt x="0" y="0"/>
                    <a:pt x="24" y="144"/>
                    <a:pt x="240" y="232"/>
                  </a:cubicBezTo>
                  <a:cubicBezTo>
                    <a:pt x="240" y="232"/>
                    <a:pt x="56" y="88"/>
                    <a:pt x="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4918" y="1778356"/>
            <a:ext cx="10562167" cy="1664224"/>
          </a:xfrm>
        </p:spPr>
        <p:txBody>
          <a:bodyPr anchor="b"/>
          <a:lstStyle>
            <a:lvl1pPr algn="ctr">
              <a:lnSpc>
                <a:spcPts val="43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Section Break Title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5871323" y="3661031"/>
            <a:ext cx="4493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8" y="3917306"/>
            <a:ext cx="10562167" cy="996950"/>
          </a:xfr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Insert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46045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4918" y="178063"/>
            <a:ext cx="8899353" cy="59368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3930-8964-4F2B-8987-9D77E9D5869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360355" y="6366933"/>
            <a:ext cx="3736623" cy="491068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  <a:alpha val="50000"/>
                  </a:prstClr>
                </a:solidFill>
              </a:rPr>
              <a:t>Converting your business from Good to Great.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95378" y="6366933"/>
            <a:ext cx="572911" cy="491068"/>
          </a:xfrm>
        </p:spPr>
        <p:txBody>
          <a:bodyPr/>
          <a:lstStyle/>
          <a:p>
            <a:fld id="{8409FBBB-C588-4B8D-A7FF-E25C81CC24C8}" type="slidenum">
              <a:rPr lang="en-US" smtClean="0">
                <a:solidFill>
                  <a:srgbClr val="304F6F"/>
                </a:solidFill>
              </a:rPr>
              <a:pPr/>
              <a:t>‹#›</a:t>
            </a:fld>
            <a:endParaRPr lang="en-US" dirty="0">
              <a:solidFill>
                <a:srgbClr val="304F6F"/>
              </a:solidFill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814918" y="808384"/>
            <a:ext cx="8899353" cy="36089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spc="0" baseline="0">
                <a:solidFill>
                  <a:schemeClr val="tx2">
                    <a:alpha val="40000"/>
                  </a:schemeClr>
                </a:solidFill>
              </a:defRPr>
            </a:lvl1pPr>
            <a:lvl2pPr marL="457200" indent="0" algn="ctr">
              <a:buNone/>
              <a:defRPr sz="11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Freeform 51"/>
          <p:cNvSpPr>
            <a:spLocks/>
          </p:cNvSpPr>
          <p:nvPr userDrawn="1"/>
        </p:nvSpPr>
        <p:spPr bwMode="auto">
          <a:xfrm>
            <a:off x="11204773" y="1087284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30 h 48"/>
              <a:gd name="T4" fmla="*/ 28 w 48"/>
              <a:gd name="T5" fmla="*/ 30 h 48"/>
              <a:gd name="T6" fmla="*/ 28 w 48"/>
              <a:gd name="T7" fmla="*/ 48 h 48"/>
              <a:gd name="T8" fmla="*/ 20 w 48"/>
              <a:gd name="T9" fmla="*/ 48 h 48"/>
              <a:gd name="T10" fmla="*/ 20 w 48"/>
              <a:gd name="T11" fmla="*/ 30 h 48"/>
              <a:gd name="T12" fmla="*/ 0 w 48"/>
              <a:gd name="T13" fmla="*/ 30 h 48"/>
              <a:gd name="T14" fmla="*/ 0 w 48"/>
              <a:gd name="T15" fmla="*/ 20 h 48"/>
              <a:gd name="T16" fmla="*/ 20 w 48"/>
              <a:gd name="T17" fmla="*/ 20 h 48"/>
              <a:gd name="T18" fmla="*/ 20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30"/>
                </a:lnTo>
                <a:lnTo>
                  <a:pt x="28" y="30"/>
                </a:lnTo>
                <a:lnTo>
                  <a:pt x="28" y="48"/>
                </a:lnTo>
                <a:lnTo>
                  <a:pt x="20" y="48"/>
                </a:lnTo>
                <a:lnTo>
                  <a:pt x="20" y="30"/>
                </a:lnTo>
                <a:lnTo>
                  <a:pt x="0" y="30"/>
                </a:lnTo>
                <a:lnTo>
                  <a:pt x="0" y="20"/>
                </a:lnTo>
                <a:lnTo>
                  <a:pt x="20" y="20"/>
                </a:lnTo>
                <a:lnTo>
                  <a:pt x="20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9" name="Freeform 52"/>
          <p:cNvSpPr>
            <a:spLocks/>
          </p:cNvSpPr>
          <p:nvPr userDrawn="1"/>
        </p:nvSpPr>
        <p:spPr bwMode="auto">
          <a:xfrm>
            <a:off x="10910816" y="328765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28 h 48"/>
              <a:gd name="T4" fmla="*/ 28 w 48"/>
              <a:gd name="T5" fmla="*/ 28 h 48"/>
              <a:gd name="T6" fmla="*/ 28 w 48"/>
              <a:gd name="T7" fmla="*/ 48 h 48"/>
              <a:gd name="T8" fmla="*/ 18 w 48"/>
              <a:gd name="T9" fmla="*/ 48 h 48"/>
              <a:gd name="T10" fmla="*/ 18 w 48"/>
              <a:gd name="T11" fmla="*/ 28 h 48"/>
              <a:gd name="T12" fmla="*/ 0 w 48"/>
              <a:gd name="T13" fmla="*/ 28 h 48"/>
              <a:gd name="T14" fmla="*/ 0 w 48"/>
              <a:gd name="T15" fmla="*/ 20 h 48"/>
              <a:gd name="T16" fmla="*/ 18 w 48"/>
              <a:gd name="T17" fmla="*/ 20 h 48"/>
              <a:gd name="T18" fmla="*/ 18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28"/>
                </a:lnTo>
                <a:lnTo>
                  <a:pt x="28" y="28"/>
                </a:lnTo>
                <a:lnTo>
                  <a:pt x="28" y="48"/>
                </a:lnTo>
                <a:lnTo>
                  <a:pt x="18" y="48"/>
                </a:lnTo>
                <a:lnTo>
                  <a:pt x="18" y="28"/>
                </a:lnTo>
                <a:lnTo>
                  <a:pt x="0" y="28"/>
                </a:lnTo>
                <a:lnTo>
                  <a:pt x="0" y="20"/>
                </a:lnTo>
                <a:lnTo>
                  <a:pt x="18" y="20"/>
                </a:lnTo>
                <a:lnTo>
                  <a:pt x="18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0" name="Freeform 53"/>
          <p:cNvSpPr>
            <a:spLocks/>
          </p:cNvSpPr>
          <p:nvPr userDrawn="1"/>
        </p:nvSpPr>
        <p:spPr bwMode="auto">
          <a:xfrm>
            <a:off x="11817351" y="476250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28 h 48"/>
              <a:gd name="T4" fmla="*/ 28 w 48"/>
              <a:gd name="T5" fmla="*/ 28 h 48"/>
              <a:gd name="T6" fmla="*/ 28 w 48"/>
              <a:gd name="T7" fmla="*/ 48 h 48"/>
              <a:gd name="T8" fmla="*/ 20 w 48"/>
              <a:gd name="T9" fmla="*/ 48 h 48"/>
              <a:gd name="T10" fmla="*/ 20 w 48"/>
              <a:gd name="T11" fmla="*/ 28 h 48"/>
              <a:gd name="T12" fmla="*/ 0 w 48"/>
              <a:gd name="T13" fmla="*/ 28 h 48"/>
              <a:gd name="T14" fmla="*/ 0 w 48"/>
              <a:gd name="T15" fmla="*/ 20 h 48"/>
              <a:gd name="T16" fmla="*/ 20 w 48"/>
              <a:gd name="T17" fmla="*/ 20 h 48"/>
              <a:gd name="T18" fmla="*/ 20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28"/>
                </a:lnTo>
                <a:lnTo>
                  <a:pt x="28" y="28"/>
                </a:lnTo>
                <a:lnTo>
                  <a:pt x="28" y="48"/>
                </a:lnTo>
                <a:lnTo>
                  <a:pt x="20" y="48"/>
                </a:lnTo>
                <a:lnTo>
                  <a:pt x="20" y="28"/>
                </a:lnTo>
                <a:lnTo>
                  <a:pt x="0" y="28"/>
                </a:lnTo>
                <a:lnTo>
                  <a:pt x="0" y="20"/>
                </a:lnTo>
                <a:lnTo>
                  <a:pt x="20" y="20"/>
                </a:lnTo>
                <a:lnTo>
                  <a:pt x="20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1" name="Freeform 54"/>
          <p:cNvSpPr>
            <a:spLocks/>
          </p:cNvSpPr>
          <p:nvPr userDrawn="1"/>
        </p:nvSpPr>
        <p:spPr bwMode="auto">
          <a:xfrm>
            <a:off x="10107604" y="545137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30 h 48"/>
              <a:gd name="T4" fmla="*/ 28 w 48"/>
              <a:gd name="T5" fmla="*/ 30 h 48"/>
              <a:gd name="T6" fmla="*/ 28 w 48"/>
              <a:gd name="T7" fmla="*/ 48 h 48"/>
              <a:gd name="T8" fmla="*/ 18 w 48"/>
              <a:gd name="T9" fmla="*/ 48 h 48"/>
              <a:gd name="T10" fmla="*/ 18 w 48"/>
              <a:gd name="T11" fmla="*/ 30 h 48"/>
              <a:gd name="T12" fmla="*/ 0 w 48"/>
              <a:gd name="T13" fmla="*/ 30 h 48"/>
              <a:gd name="T14" fmla="*/ 0 w 48"/>
              <a:gd name="T15" fmla="*/ 20 h 48"/>
              <a:gd name="T16" fmla="*/ 18 w 48"/>
              <a:gd name="T17" fmla="*/ 20 h 48"/>
              <a:gd name="T18" fmla="*/ 18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30"/>
                </a:lnTo>
                <a:lnTo>
                  <a:pt x="28" y="30"/>
                </a:lnTo>
                <a:lnTo>
                  <a:pt x="28" y="48"/>
                </a:lnTo>
                <a:lnTo>
                  <a:pt x="18" y="48"/>
                </a:lnTo>
                <a:lnTo>
                  <a:pt x="18" y="30"/>
                </a:lnTo>
                <a:lnTo>
                  <a:pt x="0" y="30"/>
                </a:lnTo>
                <a:lnTo>
                  <a:pt x="0" y="20"/>
                </a:lnTo>
                <a:lnTo>
                  <a:pt x="18" y="20"/>
                </a:lnTo>
                <a:lnTo>
                  <a:pt x="18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2" name="Freeform 55"/>
          <p:cNvSpPr>
            <a:spLocks/>
          </p:cNvSpPr>
          <p:nvPr userDrawn="1"/>
        </p:nvSpPr>
        <p:spPr bwMode="auto">
          <a:xfrm>
            <a:off x="10593889" y="942608"/>
            <a:ext cx="135467" cy="104775"/>
          </a:xfrm>
          <a:custGeom>
            <a:avLst/>
            <a:gdLst>
              <a:gd name="T0" fmla="*/ 64 w 64"/>
              <a:gd name="T1" fmla="*/ 26 h 66"/>
              <a:gd name="T2" fmla="*/ 64 w 64"/>
              <a:gd name="T3" fmla="*/ 40 h 66"/>
              <a:gd name="T4" fmla="*/ 38 w 64"/>
              <a:gd name="T5" fmla="*/ 40 h 66"/>
              <a:gd name="T6" fmla="*/ 38 w 64"/>
              <a:gd name="T7" fmla="*/ 66 h 66"/>
              <a:gd name="T8" fmla="*/ 26 w 64"/>
              <a:gd name="T9" fmla="*/ 66 h 66"/>
              <a:gd name="T10" fmla="*/ 26 w 64"/>
              <a:gd name="T11" fmla="*/ 40 h 66"/>
              <a:gd name="T12" fmla="*/ 0 w 64"/>
              <a:gd name="T13" fmla="*/ 40 h 66"/>
              <a:gd name="T14" fmla="*/ 0 w 64"/>
              <a:gd name="T15" fmla="*/ 26 h 66"/>
              <a:gd name="T16" fmla="*/ 26 w 64"/>
              <a:gd name="T17" fmla="*/ 26 h 66"/>
              <a:gd name="T18" fmla="*/ 26 w 64"/>
              <a:gd name="T19" fmla="*/ 0 h 66"/>
              <a:gd name="T20" fmla="*/ 38 w 64"/>
              <a:gd name="T21" fmla="*/ 0 h 66"/>
              <a:gd name="T22" fmla="*/ 38 w 64"/>
              <a:gd name="T23" fmla="*/ 26 h 66"/>
              <a:gd name="T24" fmla="*/ 64 w 64"/>
              <a:gd name="T25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6">
                <a:moveTo>
                  <a:pt x="64" y="26"/>
                </a:moveTo>
                <a:lnTo>
                  <a:pt x="64" y="40"/>
                </a:lnTo>
                <a:lnTo>
                  <a:pt x="38" y="40"/>
                </a:lnTo>
                <a:lnTo>
                  <a:pt x="38" y="66"/>
                </a:lnTo>
                <a:lnTo>
                  <a:pt x="26" y="66"/>
                </a:lnTo>
                <a:lnTo>
                  <a:pt x="26" y="40"/>
                </a:lnTo>
                <a:lnTo>
                  <a:pt x="0" y="40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3" name="Freeform 56"/>
          <p:cNvSpPr>
            <a:spLocks/>
          </p:cNvSpPr>
          <p:nvPr userDrawn="1"/>
        </p:nvSpPr>
        <p:spPr bwMode="auto">
          <a:xfrm>
            <a:off x="10009744" y="1012395"/>
            <a:ext cx="135467" cy="104775"/>
          </a:xfrm>
          <a:custGeom>
            <a:avLst/>
            <a:gdLst>
              <a:gd name="T0" fmla="*/ 64 w 64"/>
              <a:gd name="T1" fmla="*/ 26 h 66"/>
              <a:gd name="T2" fmla="*/ 64 w 64"/>
              <a:gd name="T3" fmla="*/ 40 h 66"/>
              <a:gd name="T4" fmla="*/ 38 w 64"/>
              <a:gd name="T5" fmla="*/ 40 h 66"/>
              <a:gd name="T6" fmla="*/ 38 w 64"/>
              <a:gd name="T7" fmla="*/ 66 h 66"/>
              <a:gd name="T8" fmla="*/ 26 w 64"/>
              <a:gd name="T9" fmla="*/ 66 h 66"/>
              <a:gd name="T10" fmla="*/ 26 w 64"/>
              <a:gd name="T11" fmla="*/ 40 h 66"/>
              <a:gd name="T12" fmla="*/ 0 w 64"/>
              <a:gd name="T13" fmla="*/ 40 h 66"/>
              <a:gd name="T14" fmla="*/ 0 w 64"/>
              <a:gd name="T15" fmla="*/ 26 h 66"/>
              <a:gd name="T16" fmla="*/ 26 w 64"/>
              <a:gd name="T17" fmla="*/ 26 h 66"/>
              <a:gd name="T18" fmla="*/ 26 w 64"/>
              <a:gd name="T19" fmla="*/ 0 h 66"/>
              <a:gd name="T20" fmla="*/ 38 w 64"/>
              <a:gd name="T21" fmla="*/ 0 h 66"/>
              <a:gd name="T22" fmla="*/ 38 w 64"/>
              <a:gd name="T23" fmla="*/ 26 h 66"/>
              <a:gd name="T24" fmla="*/ 64 w 64"/>
              <a:gd name="T25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6">
                <a:moveTo>
                  <a:pt x="64" y="26"/>
                </a:moveTo>
                <a:lnTo>
                  <a:pt x="64" y="40"/>
                </a:lnTo>
                <a:lnTo>
                  <a:pt x="38" y="40"/>
                </a:lnTo>
                <a:lnTo>
                  <a:pt x="38" y="66"/>
                </a:lnTo>
                <a:lnTo>
                  <a:pt x="26" y="66"/>
                </a:lnTo>
                <a:lnTo>
                  <a:pt x="26" y="40"/>
                </a:lnTo>
                <a:lnTo>
                  <a:pt x="0" y="40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4" name="Freeform 57"/>
          <p:cNvSpPr>
            <a:spLocks/>
          </p:cNvSpPr>
          <p:nvPr userDrawn="1"/>
        </p:nvSpPr>
        <p:spPr bwMode="auto">
          <a:xfrm>
            <a:off x="11751502" y="930809"/>
            <a:ext cx="139700" cy="104775"/>
          </a:xfrm>
          <a:custGeom>
            <a:avLst/>
            <a:gdLst>
              <a:gd name="T0" fmla="*/ 66 w 66"/>
              <a:gd name="T1" fmla="*/ 26 h 66"/>
              <a:gd name="T2" fmla="*/ 66 w 66"/>
              <a:gd name="T3" fmla="*/ 40 h 66"/>
              <a:gd name="T4" fmla="*/ 40 w 66"/>
              <a:gd name="T5" fmla="*/ 40 h 66"/>
              <a:gd name="T6" fmla="*/ 40 w 66"/>
              <a:gd name="T7" fmla="*/ 66 h 66"/>
              <a:gd name="T8" fmla="*/ 26 w 66"/>
              <a:gd name="T9" fmla="*/ 66 h 66"/>
              <a:gd name="T10" fmla="*/ 26 w 66"/>
              <a:gd name="T11" fmla="*/ 40 h 66"/>
              <a:gd name="T12" fmla="*/ 0 w 66"/>
              <a:gd name="T13" fmla="*/ 40 h 66"/>
              <a:gd name="T14" fmla="*/ 0 w 66"/>
              <a:gd name="T15" fmla="*/ 26 h 66"/>
              <a:gd name="T16" fmla="*/ 26 w 66"/>
              <a:gd name="T17" fmla="*/ 26 h 66"/>
              <a:gd name="T18" fmla="*/ 26 w 66"/>
              <a:gd name="T19" fmla="*/ 0 h 66"/>
              <a:gd name="T20" fmla="*/ 40 w 66"/>
              <a:gd name="T21" fmla="*/ 0 h 66"/>
              <a:gd name="T22" fmla="*/ 40 w 66"/>
              <a:gd name="T23" fmla="*/ 26 h 66"/>
              <a:gd name="T24" fmla="*/ 66 w 66"/>
              <a:gd name="T25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6" h="66">
                <a:moveTo>
                  <a:pt x="66" y="26"/>
                </a:moveTo>
                <a:lnTo>
                  <a:pt x="66" y="40"/>
                </a:lnTo>
                <a:lnTo>
                  <a:pt x="40" y="40"/>
                </a:lnTo>
                <a:lnTo>
                  <a:pt x="40" y="66"/>
                </a:lnTo>
                <a:lnTo>
                  <a:pt x="26" y="66"/>
                </a:lnTo>
                <a:lnTo>
                  <a:pt x="26" y="40"/>
                </a:lnTo>
                <a:lnTo>
                  <a:pt x="0" y="40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40" y="0"/>
                </a:lnTo>
                <a:lnTo>
                  <a:pt x="40" y="26"/>
                </a:lnTo>
                <a:lnTo>
                  <a:pt x="66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5" name="Freeform 58"/>
          <p:cNvSpPr>
            <a:spLocks/>
          </p:cNvSpPr>
          <p:nvPr userDrawn="1"/>
        </p:nvSpPr>
        <p:spPr bwMode="auto">
          <a:xfrm>
            <a:off x="10315717" y="232635"/>
            <a:ext cx="135467" cy="101600"/>
          </a:xfrm>
          <a:custGeom>
            <a:avLst/>
            <a:gdLst>
              <a:gd name="T0" fmla="*/ 64 w 64"/>
              <a:gd name="T1" fmla="*/ 26 h 64"/>
              <a:gd name="T2" fmla="*/ 64 w 64"/>
              <a:gd name="T3" fmla="*/ 38 h 64"/>
              <a:gd name="T4" fmla="*/ 38 w 64"/>
              <a:gd name="T5" fmla="*/ 38 h 64"/>
              <a:gd name="T6" fmla="*/ 38 w 64"/>
              <a:gd name="T7" fmla="*/ 64 h 64"/>
              <a:gd name="T8" fmla="*/ 26 w 64"/>
              <a:gd name="T9" fmla="*/ 64 h 64"/>
              <a:gd name="T10" fmla="*/ 26 w 64"/>
              <a:gd name="T11" fmla="*/ 38 h 64"/>
              <a:gd name="T12" fmla="*/ 0 w 64"/>
              <a:gd name="T13" fmla="*/ 38 h 64"/>
              <a:gd name="T14" fmla="*/ 0 w 64"/>
              <a:gd name="T15" fmla="*/ 26 h 64"/>
              <a:gd name="T16" fmla="*/ 26 w 64"/>
              <a:gd name="T17" fmla="*/ 26 h 64"/>
              <a:gd name="T18" fmla="*/ 26 w 64"/>
              <a:gd name="T19" fmla="*/ 0 h 64"/>
              <a:gd name="T20" fmla="*/ 38 w 64"/>
              <a:gd name="T21" fmla="*/ 0 h 64"/>
              <a:gd name="T22" fmla="*/ 38 w 64"/>
              <a:gd name="T23" fmla="*/ 26 h 64"/>
              <a:gd name="T24" fmla="*/ 64 w 64"/>
              <a:gd name="T25" fmla="*/ 2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4">
                <a:moveTo>
                  <a:pt x="64" y="26"/>
                </a:moveTo>
                <a:lnTo>
                  <a:pt x="64" y="38"/>
                </a:lnTo>
                <a:lnTo>
                  <a:pt x="38" y="38"/>
                </a:lnTo>
                <a:lnTo>
                  <a:pt x="38" y="64"/>
                </a:lnTo>
                <a:lnTo>
                  <a:pt x="26" y="64"/>
                </a:lnTo>
                <a:lnTo>
                  <a:pt x="26" y="38"/>
                </a:lnTo>
                <a:lnTo>
                  <a:pt x="0" y="38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6" name="Freeform 59"/>
          <p:cNvSpPr>
            <a:spLocks/>
          </p:cNvSpPr>
          <p:nvPr userDrawn="1"/>
        </p:nvSpPr>
        <p:spPr bwMode="auto">
          <a:xfrm>
            <a:off x="11478165" y="251747"/>
            <a:ext cx="135467" cy="101600"/>
          </a:xfrm>
          <a:custGeom>
            <a:avLst/>
            <a:gdLst>
              <a:gd name="T0" fmla="*/ 64 w 64"/>
              <a:gd name="T1" fmla="*/ 26 h 64"/>
              <a:gd name="T2" fmla="*/ 64 w 64"/>
              <a:gd name="T3" fmla="*/ 38 h 64"/>
              <a:gd name="T4" fmla="*/ 38 w 64"/>
              <a:gd name="T5" fmla="*/ 38 h 64"/>
              <a:gd name="T6" fmla="*/ 38 w 64"/>
              <a:gd name="T7" fmla="*/ 64 h 64"/>
              <a:gd name="T8" fmla="*/ 26 w 64"/>
              <a:gd name="T9" fmla="*/ 64 h 64"/>
              <a:gd name="T10" fmla="*/ 26 w 64"/>
              <a:gd name="T11" fmla="*/ 38 h 64"/>
              <a:gd name="T12" fmla="*/ 0 w 64"/>
              <a:gd name="T13" fmla="*/ 38 h 64"/>
              <a:gd name="T14" fmla="*/ 0 w 64"/>
              <a:gd name="T15" fmla="*/ 26 h 64"/>
              <a:gd name="T16" fmla="*/ 26 w 64"/>
              <a:gd name="T17" fmla="*/ 26 h 64"/>
              <a:gd name="T18" fmla="*/ 26 w 64"/>
              <a:gd name="T19" fmla="*/ 0 h 64"/>
              <a:gd name="T20" fmla="*/ 38 w 64"/>
              <a:gd name="T21" fmla="*/ 0 h 64"/>
              <a:gd name="T22" fmla="*/ 38 w 64"/>
              <a:gd name="T23" fmla="*/ 26 h 64"/>
              <a:gd name="T24" fmla="*/ 64 w 64"/>
              <a:gd name="T25" fmla="*/ 2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4">
                <a:moveTo>
                  <a:pt x="64" y="26"/>
                </a:moveTo>
                <a:lnTo>
                  <a:pt x="64" y="38"/>
                </a:lnTo>
                <a:lnTo>
                  <a:pt x="38" y="38"/>
                </a:lnTo>
                <a:lnTo>
                  <a:pt x="38" y="64"/>
                </a:lnTo>
                <a:lnTo>
                  <a:pt x="26" y="64"/>
                </a:lnTo>
                <a:lnTo>
                  <a:pt x="26" y="38"/>
                </a:lnTo>
                <a:lnTo>
                  <a:pt x="0" y="38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5" hasCustomPrompt="1"/>
          </p:nvPr>
        </p:nvSpPr>
        <p:spPr>
          <a:xfrm>
            <a:off x="10162911" y="483789"/>
            <a:ext cx="1651000" cy="430612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defRPr sz="800" i="1" baseline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Plase Insert </a:t>
            </a:r>
          </a:p>
          <a:p>
            <a:pPr lvl="0"/>
            <a:r>
              <a:rPr lang="en-US" altLang="ko-KR"/>
              <a:t>Your Key Message </a:t>
            </a:r>
          </a:p>
          <a:p>
            <a:pPr lvl="0"/>
            <a:r>
              <a:rPr lang="en-US" altLang="ko-KR"/>
              <a:t>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56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996" userDrawn="1">
          <p15:clr>
            <a:srgbClr val="FBAE40"/>
          </p15:clr>
        </p15:guide>
        <p15:guide id="2" pos="2237" userDrawn="1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961" userDrawn="1">
          <p15:clr>
            <a:srgbClr val="FBAE40"/>
          </p15:clr>
        </p15:guide>
        <p15:guide id="5" pos="5443" userDrawn="1">
          <p15:clr>
            <a:srgbClr val="FBAE40"/>
          </p15:clr>
        </p15:guide>
        <p15:guide id="6" pos="568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05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6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4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9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2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1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8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47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83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28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0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 vert="horz" lIns="38405" tIns="19202" rIns="38405" bIns="19202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428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814918" y="178063"/>
            <a:ext cx="10562167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Insert Title Here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atinLnBrk="0"/>
            <a:fld id="{AEDC534B-5F7E-4CF7-8EDB-478AC5BDF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latinLnBrk="0"/>
              <a:t>7/1/2026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7360355" y="6366933"/>
            <a:ext cx="3736623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</a:lstStyle>
          <a:p>
            <a:pPr latinLnBrk="0"/>
            <a:r>
              <a:rPr lang="en-US">
                <a:solidFill>
                  <a:prstClr val="black">
                    <a:tint val="75000"/>
                    <a:alpha val="50000"/>
                  </a:prstClr>
                </a:solidFill>
              </a:rPr>
              <a:t>Converting your business from Good to Great.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0995378" y="6366933"/>
            <a:ext cx="572911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>
                <a:solidFill>
                  <a:schemeClr val="bg1"/>
                </a:solidFill>
              </a:defRPr>
            </a:lvl1pPr>
          </a:lstStyle>
          <a:p>
            <a:pPr latinLnBrk="0"/>
            <a:fld id="{8409FBBB-C588-4B8D-A7FF-E25C81CC24C8}" type="slidenum">
              <a:rPr lang="en-US" smtClean="0">
                <a:solidFill>
                  <a:srgbClr val="304F6F"/>
                </a:solidFill>
              </a:rPr>
              <a:pPr latinLnBrk="0"/>
              <a:t>‹#›</a:t>
            </a:fld>
            <a:endParaRPr lang="en-US" dirty="0">
              <a:solidFill>
                <a:srgbClr val="304F6F"/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2117" y="733426"/>
            <a:ext cx="12192000" cy="873125"/>
            <a:chOff x="1588" y="733425"/>
            <a:chExt cx="9144000" cy="873125"/>
          </a:xfrm>
        </p:grpSpPr>
        <p:sp>
          <p:nvSpPr>
            <p:cNvPr id="28" name="Freeform 60"/>
            <p:cNvSpPr>
              <a:spLocks/>
            </p:cNvSpPr>
            <p:nvPr userDrawn="1"/>
          </p:nvSpPr>
          <p:spPr bwMode="auto">
            <a:xfrm>
              <a:off x="1588" y="733425"/>
              <a:ext cx="965200" cy="501650"/>
            </a:xfrm>
            <a:custGeom>
              <a:avLst/>
              <a:gdLst>
                <a:gd name="T0" fmla="*/ 0 w 304"/>
                <a:gd name="T1" fmla="*/ 37 h 158"/>
                <a:gd name="T2" fmla="*/ 304 w 304"/>
                <a:gd name="T3" fmla="*/ 153 h 158"/>
                <a:gd name="T4" fmla="*/ 0 w 304"/>
                <a:gd name="T5" fmla="*/ 0 h 158"/>
                <a:gd name="T6" fmla="*/ 0 w 304"/>
                <a:gd name="T7" fmla="*/ 3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4" h="158">
                  <a:moveTo>
                    <a:pt x="0" y="37"/>
                  </a:moveTo>
                  <a:cubicBezTo>
                    <a:pt x="94" y="127"/>
                    <a:pt x="197" y="156"/>
                    <a:pt x="304" y="153"/>
                  </a:cubicBezTo>
                  <a:cubicBezTo>
                    <a:pt x="304" y="153"/>
                    <a:pt x="139" y="158"/>
                    <a:pt x="0" y="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61"/>
            <p:cNvSpPr>
              <a:spLocks/>
            </p:cNvSpPr>
            <p:nvPr userDrawn="1"/>
          </p:nvSpPr>
          <p:spPr bwMode="auto">
            <a:xfrm>
              <a:off x="8707438" y="1260475"/>
              <a:ext cx="434975" cy="187325"/>
            </a:xfrm>
            <a:custGeom>
              <a:avLst/>
              <a:gdLst>
                <a:gd name="T0" fmla="*/ 137 w 137"/>
                <a:gd name="T1" fmla="*/ 59 h 59"/>
                <a:gd name="T2" fmla="*/ 0 w 137"/>
                <a:gd name="T3" fmla="*/ 0 h 59"/>
                <a:gd name="T4" fmla="*/ 137 w 137"/>
                <a:gd name="T5" fmla="*/ 38 h 59"/>
                <a:gd name="T6" fmla="*/ 137 w 137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59">
                  <a:moveTo>
                    <a:pt x="137" y="59"/>
                  </a:moveTo>
                  <a:cubicBezTo>
                    <a:pt x="137" y="59"/>
                    <a:pt x="79" y="13"/>
                    <a:pt x="0" y="0"/>
                  </a:cubicBezTo>
                  <a:cubicBezTo>
                    <a:pt x="0" y="0"/>
                    <a:pt x="72" y="6"/>
                    <a:pt x="137" y="38"/>
                  </a:cubicBezTo>
                  <a:lnTo>
                    <a:pt x="137" y="59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62"/>
            <p:cNvSpPr>
              <a:spLocks/>
            </p:cNvSpPr>
            <p:nvPr userDrawn="1"/>
          </p:nvSpPr>
          <p:spPr bwMode="auto">
            <a:xfrm>
              <a:off x="1588" y="977900"/>
              <a:ext cx="9144000" cy="628650"/>
            </a:xfrm>
            <a:custGeom>
              <a:avLst/>
              <a:gdLst>
                <a:gd name="T0" fmla="*/ 2881 w 2881"/>
                <a:gd name="T1" fmla="*/ 163 h 198"/>
                <a:gd name="T2" fmla="*/ 2638 w 2881"/>
                <a:gd name="T3" fmla="*/ 87 h 198"/>
                <a:gd name="T4" fmla="*/ 261 w 2881"/>
                <a:gd name="T5" fmla="*/ 87 h 198"/>
                <a:gd name="T6" fmla="*/ 0 w 2881"/>
                <a:gd name="T7" fmla="*/ 0 h 198"/>
                <a:gd name="T8" fmla="*/ 0 w 2881"/>
                <a:gd name="T9" fmla="*/ 70 h 198"/>
                <a:gd name="T10" fmla="*/ 282 w 2881"/>
                <a:gd name="T11" fmla="*/ 91 h 198"/>
                <a:gd name="T12" fmla="*/ 2638 w 2881"/>
                <a:gd name="T13" fmla="*/ 91 h 198"/>
                <a:gd name="T14" fmla="*/ 2677 w 2881"/>
                <a:gd name="T15" fmla="*/ 93 h 198"/>
                <a:gd name="T16" fmla="*/ 2880 w 2881"/>
                <a:gd name="T17" fmla="*/ 198 h 198"/>
                <a:gd name="T18" fmla="*/ 2880 w 2881"/>
                <a:gd name="T19" fmla="*/ 164 h 198"/>
                <a:gd name="T20" fmla="*/ 2880 w 2881"/>
                <a:gd name="T21" fmla="*/ 164 h 198"/>
                <a:gd name="T22" fmla="*/ 2881 w 2881"/>
                <a:gd name="T23" fmla="*/ 16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1" h="198">
                  <a:moveTo>
                    <a:pt x="2881" y="163"/>
                  </a:moveTo>
                  <a:cubicBezTo>
                    <a:pt x="2800" y="88"/>
                    <a:pt x="2639" y="87"/>
                    <a:pt x="2638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169" y="80"/>
                    <a:pt x="81" y="55"/>
                    <a:pt x="0" y="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10" y="92"/>
                    <a:pt x="181" y="95"/>
                    <a:pt x="282" y="91"/>
                  </a:cubicBezTo>
                  <a:cubicBezTo>
                    <a:pt x="2638" y="91"/>
                    <a:pt x="2638" y="91"/>
                    <a:pt x="2638" y="91"/>
                  </a:cubicBezTo>
                  <a:cubicBezTo>
                    <a:pt x="2638" y="91"/>
                    <a:pt x="2653" y="91"/>
                    <a:pt x="2677" y="93"/>
                  </a:cubicBezTo>
                  <a:cubicBezTo>
                    <a:pt x="2725" y="102"/>
                    <a:pt x="2808" y="126"/>
                    <a:pt x="2880" y="198"/>
                  </a:cubicBezTo>
                  <a:cubicBezTo>
                    <a:pt x="2880" y="164"/>
                    <a:pt x="2880" y="164"/>
                    <a:pt x="2880" y="164"/>
                  </a:cubicBezTo>
                  <a:cubicBezTo>
                    <a:pt x="2880" y="164"/>
                    <a:pt x="2880" y="164"/>
                    <a:pt x="2880" y="164"/>
                  </a:cubicBezTo>
                  <a:lnTo>
                    <a:pt x="2881" y="1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517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167" userDrawn="1">
          <p15:clr>
            <a:srgbClr val="F26B43"/>
          </p15:clr>
        </p15:guide>
        <p15:guide id="2" pos="51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75CEF-2548-401B-8666-9C706EE7F5A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t="-1" r="-7" b="25001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-55416" y="0"/>
            <a:ext cx="12242800" cy="6857999"/>
          </a:xfrm>
          <a:prstGeom prst="rect">
            <a:avLst/>
          </a:prstGeom>
          <a:solidFill>
            <a:schemeClr val="accent5">
              <a:lumMod val="5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-55416" y="4443826"/>
            <a:ext cx="12242800" cy="1905592"/>
          </a:xfrm>
          <a:prstGeom prst="rect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-46179" y="6312325"/>
            <a:ext cx="12242800" cy="5498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Shape 38"/>
          <p:cNvSpPr/>
          <p:nvPr/>
        </p:nvSpPr>
        <p:spPr>
          <a:xfrm>
            <a:off x="10147046" y="6437538"/>
            <a:ext cx="1942455" cy="350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1336" tIns="21336" rIns="21336" bIns="21336" anchor="ctr">
            <a:spAutoFit/>
          </a:bodyPr>
          <a:lstStyle>
            <a:lvl1pPr>
              <a:defRPr sz="10000">
                <a:solidFill>
                  <a:srgbClr val="00BD9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ID" sz="2000" b="1" dirty="0">
                <a:solidFill>
                  <a:srgbClr val="00B0F0"/>
                </a:solidFill>
                <a:latin typeface="+mj-lt"/>
              </a:rPr>
              <a:t>www.dtp-eng.com</a:t>
            </a:r>
            <a:endParaRPr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4" name="Shape 38">
            <a:extLst>
              <a:ext uri="{FF2B5EF4-FFF2-40B4-BE49-F238E27FC236}">
                <a16:creationId xmlns:a16="http://schemas.microsoft.com/office/drawing/2014/main" id="{D83BF9C4-407D-EE39-CB03-7A044FFF12E5}"/>
              </a:ext>
            </a:extLst>
          </p:cNvPr>
          <p:cNvSpPr/>
          <p:nvPr/>
        </p:nvSpPr>
        <p:spPr>
          <a:xfrm>
            <a:off x="2483240" y="909749"/>
            <a:ext cx="9317696" cy="3397853"/>
          </a:xfrm>
          <a:prstGeom prst="rect">
            <a:avLst/>
          </a:prstGeom>
          <a:ln w="12700">
            <a:miter lim="400000"/>
          </a:ln>
        </p:spPr>
        <p:txBody>
          <a:bodyPr wrap="square" lIns="21336" tIns="21336" rIns="21336" bIns="21336" anchor="ctr">
            <a:spAutoFit/>
          </a:bodyPr>
          <a:lstStyle>
            <a:lvl1pPr>
              <a:defRPr sz="10000">
                <a:solidFill>
                  <a:srgbClr val="00BD9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Structural Integrity Management System (SIMS) – Phase 1: Initiation</a:t>
            </a:r>
            <a:endParaRPr lang="en-ID" sz="3000" b="1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SIMS Dashboard Development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Badak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LNG Plant Site,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Bontang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PT.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Badak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NGL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Prepared by : WHC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 A / 20260701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8F2077-97DF-F9AC-44FB-984CD0B678EF}"/>
              </a:ext>
            </a:extLst>
          </p:cNvPr>
          <p:cNvGrpSpPr/>
          <p:nvPr/>
        </p:nvGrpSpPr>
        <p:grpSpPr>
          <a:xfrm>
            <a:off x="2483240" y="4510970"/>
            <a:ext cx="9606261" cy="1686134"/>
            <a:chOff x="2483240" y="4510970"/>
            <a:chExt cx="9606261" cy="16861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5A3E9A-D53B-DA99-55F0-DD7CC079A03F}"/>
                </a:ext>
              </a:extLst>
            </p:cNvPr>
            <p:cNvGrpSpPr/>
            <p:nvPr/>
          </p:nvGrpSpPr>
          <p:grpSpPr>
            <a:xfrm>
              <a:off x="2483240" y="5214434"/>
              <a:ext cx="8708923" cy="982670"/>
              <a:chOff x="1648735" y="5214434"/>
              <a:chExt cx="8708923" cy="982670"/>
            </a:xfrm>
          </p:grpSpPr>
          <p:sp>
            <p:nvSpPr>
              <p:cNvPr id="29" name="Shape 38"/>
              <p:cNvSpPr/>
              <p:nvPr/>
            </p:nvSpPr>
            <p:spPr>
              <a:xfrm>
                <a:off x="1648735" y="5214434"/>
                <a:ext cx="8708923" cy="59708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21336" tIns="21336" rIns="21336" bIns="21336" anchor="ctr">
                <a:spAutoFit/>
              </a:bodyPr>
              <a:lstStyle>
                <a:lvl1pPr>
                  <a:defRPr sz="10000">
                    <a:solidFill>
                      <a:srgbClr val="00BD96"/>
                    </a:solidFill>
                    <a:latin typeface="Lato Black"/>
                    <a:ea typeface="Lato Black"/>
                    <a:cs typeface="Lato Black"/>
                    <a:sym typeface="Lato Black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ID" sz="3600" b="1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PT. DINAMIKA TEKNIK PERSADA </a:t>
                </a:r>
                <a:endParaRPr sz="3600" b="1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30" name="Shape 38"/>
              <p:cNvSpPr/>
              <p:nvPr/>
            </p:nvSpPr>
            <p:spPr>
              <a:xfrm>
                <a:off x="6649483" y="5723128"/>
                <a:ext cx="3522439" cy="4739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21336" tIns="21336" rIns="21336" bIns="21336" anchor="ctr">
                <a:spAutoFit/>
              </a:bodyPr>
              <a:lstStyle>
                <a:lvl1pPr>
                  <a:defRPr sz="10000">
                    <a:solidFill>
                      <a:srgbClr val="00BD96"/>
                    </a:solidFill>
                    <a:latin typeface="Lato Black"/>
                    <a:ea typeface="Lato Black"/>
                    <a:cs typeface="Lato Black"/>
                    <a:sym typeface="Lato Black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ID" sz="2800" b="1" dirty="0">
                    <a:solidFill>
                      <a:schemeClr val="bg1"/>
                    </a:solidFill>
                    <a:latin typeface="+mj-lt"/>
                  </a:rPr>
                  <a:t>Engineering Consultants</a:t>
                </a:r>
                <a:endParaRPr sz="2800" b="1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35141F-41D3-D1C0-8387-24D34FB7B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87237" y="4510970"/>
              <a:ext cx="902264" cy="168613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892E176-9E54-FBC9-0AD4-C442B2569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36" r="22678"/>
          <a:stretch>
            <a:fillRect/>
          </a:stretch>
        </p:blipFill>
        <p:spPr>
          <a:xfrm>
            <a:off x="391064" y="1125253"/>
            <a:ext cx="1800000" cy="185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2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arp dir="in"/>
      </p:transition>
    </mc:Choice>
    <mc:Fallback xmlns="">
      <p:transition xmlns:p14="http://schemas.microsoft.com/office/powerpoint/2010/main" spd="slow" advClick="1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31" grpId="0" animBg="1"/>
      <p:bldP spid="49" grpId="0" animBg="1"/>
      <p:bldP spid="4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5F47-EACD-8E26-BE2E-FE71F9E3783B}"/>
              </a:ext>
            </a:extLst>
          </p:cNvPr>
          <p:cNvSpPr/>
          <p:nvPr/>
        </p:nvSpPr>
        <p:spPr>
          <a:xfrm>
            <a:off x="3452675" y="405899"/>
            <a:ext cx="510748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Structural Integrity Management System (SIMS)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1B1BE-43F7-AED0-8776-04CFC17BB750}"/>
              </a:ext>
            </a:extLst>
          </p:cNvPr>
          <p:cNvSpPr/>
          <p:nvPr/>
        </p:nvSpPr>
        <p:spPr>
          <a:xfrm>
            <a:off x="3795623" y="956094"/>
            <a:ext cx="4320000" cy="54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CB94E-A3EA-5B4F-AD80-4BEBF84AF4A9}"/>
              </a:ext>
            </a:extLst>
          </p:cNvPr>
          <p:cNvSpPr/>
          <p:nvPr/>
        </p:nvSpPr>
        <p:spPr>
          <a:xfrm>
            <a:off x="4595314" y="1177832"/>
            <a:ext cx="2720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Sign in to start your session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0D296-207F-6D55-DC40-F068485BB4B1}"/>
              </a:ext>
            </a:extLst>
          </p:cNvPr>
          <p:cNvSpPr/>
          <p:nvPr/>
        </p:nvSpPr>
        <p:spPr>
          <a:xfrm>
            <a:off x="3975622" y="1860154"/>
            <a:ext cx="39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Name</a:t>
            </a:r>
            <a:endParaRPr lang="en-ID" sz="14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D9AE9A-359C-FB8D-3A3D-462964039556}"/>
              </a:ext>
            </a:extLst>
          </p:cNvPr>
          <p:cNvSpPr/>
          <p:nvPr/>
        </p:nvSpPr>
        <p:spPr>
          <a:xfrm>
            <a:off x="3975622" y="2464168"/>
            <a:ext cx="39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Password</a:t>
            </a:r>
            <a:endParaRPr lang="en-ID" sz="14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6A6440-5E50-0093-B527-D7547853A81E}"/>
              </a:ext>
            </a:extLst>
          </p:cNvPr>
          <p:cNvSpPr/>
          <p:nvPr/>
        </p:nvSpPr>
        <p:spPr>
          <a:xfrm>
            <a:off x="3975622" y="3616782"/>
            <a:ext cx="3960000" cy="360000"/>
          </a:xfrm>
          <a:prstGeom prst="rect">
            <a:avLst/>
          </a:prstGeom>
          <a:solidFill>
            <a:srgbClr val="6E98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Sign in</a:t>
            </a:r>
            <a:endParaRPr lang="en-ID" sz="1400" b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EEE4E2-C89A-995A-D29B-9355B358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36" r="22678"/>
          <a:stretch>
            <a:fillRect/>
          </a:stretch>
        </p:blipFill>
        <p:spPr>
          <a:xfrm>
            <a:off x="5134650" y="4266438"/>
            <a:ext cx="1743539" cy="1800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BCE05E-59B0-E8FB-56CE-1539BC0BB0FE}"/>
              </a:ext>
            </a:extLst>
          </p:cNvPr>
          <p:cNvSpPr/>
          <p:nvPr/>
        </p:nvSpPr>
        <p:spPr>
          <a:xfrm>
            <a:off x="3975622" y="3069000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14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87B4DD-47F7-E971-CDB9-F7C5CFFDA89E}"/>
              </a:ext>
            </a:extLst>
          </p:cNvPr>
          <p:cNvSpPr/>
          <p:nvPr/>
        </p:nvSpPr>
        <p:spPr>
          <a:xfrm>
            <a:off x="4481538" y="3081714"/>
            <a:ext cx="12046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cap="none" spc="0" dirty="0">
                <a:ln w="0"/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Rember Me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C10045-1B1F-1563-67FD-9F426B16782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rcRect t="11051"/>
          <a:stretch>
            <a:fillRect/>
          </a:stretch>
        </p:blipFill>
        <p:spPr>
          <a:xfrm>
            <a:off x="7485654" y="2470704"/>
            <a:ext cx="457725" cy="36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047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0AE2-3EC0-8B51-BD96-93D92E5E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63">
            <a:extLst>
              <a:ext uri="{FF2B5EF4-FFF2-40B4-BE49-F238E27FC236}">
                <a16:creationId xmlns:a16="http://schemas.microsoft.com/office/drawing/2014/main" id="{B37E3795-7DF8-2767-EF57-6CCC4E048FBD}"/>
              </a:ext>
            </a:extLst>
          </p:cNvPr>
          <p:cNvSpPr txBox="1">
            <a:spLocks/>
          </p:cNvSpPr>
          <p:nvPr/>
        </p:nvSpPr>
        <p:spPr>
          <a:xfrm>
            <a:off x="10026445" y="1806682"/>
            <a:ext cx="2152665" cy="5055282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37" name="Title 63">
            <a:extLst>
              <a:ext uri="{FF2B5EF4-FFF2-40B4-BE49-F238E27FC236}">
                <a16:creationId xmlns:a16="http://schemas.microsoft.com/office/drawing/2014/main" id="{6516BA39-423C-7B5B-B836-DDA3B3D22F41}"/>
              </a:ext>
            </a:extLst>
          </p:cNvPr>
          <p:cNvSpPr txBox="1">
            <a:spLocks/>
          </p:cNvSpPr>
          <p:nvPr/>
        </p:nvSpPr>
        <p:spPr>
          <a:xfrm>
            <a:off x="10041115" y="180668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All Plant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500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 Good   Fair    Poor   Unknown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u="sng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Summary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1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4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5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6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7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8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9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10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Title 63">
            <a:extLst>
              <a:ext uri="{FF2B5EF4-FFF2-40B4-BE49-F238E27FC236}">
                <a16:creationId xmlns:a16="http://schemas.microsoft.com/office/drawing/2014/main" id="{9E2AB35C-E897-09A1-AC90-EA028E52AC90}"/>
              </a:ext>
            </a:extLst>
          </p:cNvPr>
          <p:cNvSpPr txBox="1">
            <a:spLocks/>
          </p:cNvSpPr>
          <p:nvPr/>
        </p:nvSpPr>
        <p:spPr>
          <a:xfrm>
            <a:off x="2160000" y="1462924"/>
            <a:ext cx="7873780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9654C5B0-1E73-C475-3C20-DFCD174E7835}"/>
              </a:ext>
            </a:extLst>
          </p:cNvPr>
          <p:cNvSpPr txBox="1">
            <a:spLocks/>
          </p:cNvSpPr>
          <p:nvPr/>
        </p:nvSpPr>
        <p:spPr>
          <a:xfrm>
            <a:off x="9114" y="-234976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0B2A2-1EF9-C2EC-E1F3-C7C1E757DC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26A485A1-E551-8EC4-FBFC-4D254492BC72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27" name="Title 63">
            <a:extLst>
              <a:ext uri="{FF2B5EF4-FFF2-40B4-BE49-F238E27FC236}">
                <a16:creationId xmlns:a16="http://schemas.microsoft.com/office/drawing/2014/main" id="{FFA8F71D-68AB-4162-76EC-B4D1DFEBAEAA}"/>
              </a:ext>
            </a:extLst>
          </p:cNvPr>
          <p:cNvSpPr txBox="1">
            <a:spLocks/>
          </p:cNvSpPr>
          <p:nvPr/>
        </p:nvSpPr>
        <p:spPr>
          <a:xfrm>
            <a:off x="1003378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633BF1EC-999F-8CF1-10EE-F9EF97878D38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38 Inter-connecting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A7A9DF-BA52-FA0D-3B8C-AEEFA4FEE3F4}"/>
              </a:ext>
            </a:extLst>
          </p:cNvPr>
          <p:cNvGrpSpPr/>
          <p:nvPr/>
        </p:nvGrpSpPr>
        <p:grpSpPr>
          <a:xfrm>
            <a:off x="10642859" y="3928984"/>
            <a:ext cx="1424476" cy="820912"/>
            <a:chOff x="10642859" y="2121030"/>
            <a:chExt cx="1424476" cy="82091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9E2C024-671D-F74D-1205-287DBD1B1E9B}"/>
                </a:ext>
              </a:extLst>
            </p:cNvPr>
            <p:cNvSpPr/>
            <p:nvPr/>
          </p:nvSpPr>
          <p:spPr>
            <a:xfrm>
              <a:off x="10642862" y="2121030"/>
              <a:ext cx="841138" cy="108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200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89DFC2C-479A-3EC8-AA60-2E33B2D9399C}"/>
                </a:ext>
              </a:extLst>
            </p:cNvPr>
            <p:cNvSpPr/>
            <p:nvPr/>
          </p:nvSpPr>
          <p:spPr>
            <a:xfrm>
              <a:off x="11484000" y="2121030"/>
              <a:ext cx="288000" cy="108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9FAE68-F899-C2CF-101E-D8A290BF3B76}"/>
                </a:ext>
              </a:extLst>
            </p:cNvPr>
            <p:cNvSpPr/>
            <p:nvPr/>
          </p:nvSpPr>
          <p:spPr>
            <a:xfrm>
              <a:off x="11779335" y="2121030"/>
              <a:ext cx="288000" cy="108000"/>
            </a:xfrm>
            <a:prstGeom prst="rect">
              <a:avLst/>
            </a:prstGeom>
            <a:solidFill>
              <a:srgbClr val="CC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53370EC-C9F7-F71A-CDBA-601DD7FD043A}"/>
                </a:ext>
              </a:extLst>
            </p:cNvPr>
            <p:cNvSpPr/>
            <p:nvPr/>
          </p:nvSpPr>
          <p:spPr>
            <a:xfrm>
              <a:off x="10642862" y="2229030"/>
              <a:ext cx="612513" cy="108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175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ACD506E-E5DE-8649-7C55-B6718BBB9092}"/>
                </a:ext>
              </a:extLst>
            </p:cNvPr>
            <p:cNvSpPr/>
            <p:nvPr/>
          </p:nvSpPr>
          <p:spPr>
            <a:xfrm>
              <a:off x="11255374" y="2229030"/>
              <a:ext cx="415925" cy="108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5764897-86A7-9C9E-0881-69B6A90F6D8B}"/>
                </a:ext>
              </a:extLst>
            </p:cNvPr>
            <p:cNvSpPr/>
            <p:nvPr/>
          </p:nvSpPr>
          <p:spPr>
            <a:xfrm>
              <a:off x="11671299" y="2229030"/>
              <a:ext cx="396036" cy="108000"/>
            </a:xfrm>
            <a:prstGeom prst="rect">
              <a:avLst/>
            </a:prstGeom>
            <a:solidFill>
              <a:srgbClr val="CC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B812E33-7F1D-13CD-A9D2-396853E804B3}"/>
                </a:ext>
              </a:extLst>
            </p:cNvPr>
            <p:cNvSpPr/>
            <p:nvPr/>
          </p:nvSpPr>
          <p:spPr>
            <a:xfrm>
              <a:off x="10642860" y="2337030"/>
              <a:ext cx="1152000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430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5FD72B-9DE5-0EDC-4465-A7D69C3A1262}"/>
                </a:ext>
              </a:extLst>
            </p:cNvPr>
            <p:cNvSpPr/>
            <p:nvPr/>
          </p:nvSpPr>
          <p:spPr>
            <a:xfrm>
              <a:off x="10642860" y="2608814"/>
              <a:ext cx="534728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430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260F3F1-2F48-6650-615F-2109023DEA65}"/>
                </a:ext>
              </a:extLst>
            </p:cNvPr>
            <p:cNvSpPr/>
            <p:nvPr/>
          </p:nvSpPr>
          <p:spPr>
            <a:xfrm>
              <a:off x="10642859" y="2721576"/>
              <a:ext cx="701415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430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8BEF06-CD0A-E1EE-1BDF-E7969DD0117A}"/>
                </a:ext>
              </a:extLst>
            </p:cNvPr>
            <p:cNvSpPr/>
            <p:nvPr/>
          </p:nvSpPr>
          <p:spPr>
            <a:xfrm>
              <a:off x="10642860" y="2833942"/>
              <a:ext cx="318034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12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9C2964AC-43A0-BCC7-FB12-6FD620C444BE}"/>
              </a:ext>
            </a:extLst>
          </p:cNvPr>
          <p:cNvSpPr/>
          <p:nvPr/>
        </p:nvSpPr>
        <p:spPr>
          <a:xfrm>
            <a:off x="217745" y="3346913"/>
            <a:ext cx="72000" cy="72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A9A1E8-B562-A704-27E7-8D6EB8D1807B}"/>
              </a:ext>
            </a:extLst>
          </p:cNvPr>
          <p:cNvSpPr/>
          <p:nvPr/>
        </p:nvSpPr>
        <p:spPr>
          <a:xfrm>
            <a:off x="217745" y="3473442"/>
            <a:ext cx="72000" cy="72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7F36BDA-595F-ADAB-2A91-3AF582EC61FD}"/>
              </a:ext>
            </a:extLst>
          </p:cNvPr>
          <p:cNvSpPr/>
          <p:nvPr/>
        </p:nvSpPr>
        <p:spPr>
          <a:xfrm>
            <a:off x="216151" y="3221023"/>
            <a:ext cx="72000" cy="7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578EB5E9-4EC8-DA51-B522-B036075362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54"/>
          <a:stretch>
            <a:fillRect/>
          </a:stretch>
        </p:blipFill>
        <p:spPr>
          <a:xfrm>
            <a:off x="3292883" y="1962976"/>
            <a:ext cx="5463190" cy="4680000"/>
          </a:xfrm>
          <a:prstGeom prst="rect">
            <a:avLst/>
          </a:prstGeom>
        </p:spPr>
      </p:pic>
      <p:sp>
        <p:nvSpPr>
          <p:cNvPr id="74" name="Title 63">
            <a:extLst>
              <a:ext uri="{FF2B5EF4-FFF2-40B4-BE49-F238E27FC236}">
                <a16:creationId xmlns:a16="http://schemas.microsoft.com/office/drawing/2014/main" id="{E6EA2524-6D50-6DE7-F5A3-3030A1829B37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tle 63">
            <a:extLst>
              <a:ext uri="{FF2B5EF4-FFF2-40B4-BE49-F238E27FC236}">
                <a16:creationId xmlns:a16="http://schemas.microsoft.com/office/drawing/2014/main" id="{847828D1-BE6D-EF18-3D29-591D434EAF88}"/>
              </a:ext>
            </a:extLst>
          </p:cNvPr>
          <p:cNvSpPr txBox="1">
            <a:spLocks/>
          </p:cNvSpPr>
          <p:nvPr/>
        </p:nvSpPr>
        <p:spPr>
          <a:xfrm>
            <a:off x="2167334" y="1449533"/>
            <a:ext cx="7873779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Badak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NGL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F162586-6FDC-8D44-E643-4838517156FE}"/>
              </a:ext>
            </a:extLst>
          </p:cNvPr>
          <p:cNvGrpSpPr/>
          <p:nvPr/>
        </p:nvGrpSpPr>
        <p:grpSpPr>
          <a:xfrm>
            <a:off x="10391399" y="2308860"/>
            <a:ext cx="1675936" cy="937260"/>
            <a:chOff x="10391399" y="2194560"/>
            <a:chExt cx="1675936" cy="93726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0AED864-A399-5CE9-6C16-521B9B0BB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91399" y="3131820"/>
              <a:ext cx="167593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C894E90-9CF9-2EB8-1125-861684B2F4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1399" y="2194560"/>
              <a:ext cx="0" cy="93726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1E03C-4515-6F23-8128-07C3D04AFEAF}"/>
                </a:ext>
              </a:extLst>
            </p:cNvPr>
            <p:cNvSpPr/>
            <p:nvPr/>
          </p:nvSpPr>
          <p:spPr>
            <a:xfrm>
              <a:off x="10399019" y="2297900"/>
              <a:ext cx="360000" cy="82044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415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A8E78D-51BF-0D24-00F5-DA00EA0D5ADE}"/>
                </a:ext>
              </a:extLst>
            </p:cNvPr>
            <p:cNvSpPr/>
            <p:nvPr/>
          </p:nvSpPr>
          <p:spPr>
            <a:xfrm>
              <a:off x="10758734" y="2971176"/>
              <a:ext cx="360000" cy="14399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7635A9-4D3B-0BDE-926E-33E8469B3AAE}"/>
                </a:ext>
              </a:extLst>
            </p:cNvPr>
            <p:cNvSpPr/>
            <p:nvPr/>
          </p:nvSpPr>
          <p:spPr>
            <a:xfrm>
              <a:off x="11126069" y="2938294"/>
              <a:ext cx="360000" cy="180000"/>
            </a:xfrm>
            <a:prstGeom prst="rect">
              <a:avLst/>
            </a:prstGeom>
            <a:solidFill>
              <a:srgbClr val="CC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19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1231A6-55B1-029C-686D-B4E8FD1CE88B}"/>
                </a:ext>
              </a:extLst>
            </p:cNvPr>
            <p:cNvSpPr/>
            <p:nvPr/>
          </p:nvSpPr>
          <p:spPr>
            <a:xfrm>
              <a:off x="11483679" y="2204428"/>
              <a:ext cx="360000" cy="922312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927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BD63D5-1841-4C9D-CE32-F4F01D513AD5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BB87D4E-8BF6-2D61-6C3F-C4D9FF411493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189DD38-F045-DA71-792E-7DDC0F6DB881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909FC1EA-5EE7-7DEA-7030-1E697A9FD7BE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15" name="Title 63">
                    <a:extLst>
                      <a:ext uri="{FF2B5EF4-FFF2-40B4-BE49-F238E27FC236}">
                        <a16:creationId xmlns:a16="http://schemas.microsoft.com/office/drawing/2014/main" id="{5F060433-3070-5062-3C5C-C6C6D5E0029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33AA3507-F85C-E6CE-7217-02B60D4FE16F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17" name="Title 63">
                      <a:extLst>
                        <a:ext uri="{FF2B5EF4-FFF2-40B4-BE49-F238E27FC236}">
                          <a16:creationId xmlns:a16="http://schemas.microsoft.com/office/drawing/2014/main" id="{EE696F3D-9883-6A39-AA32-F907E9ED486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19" name="Title 63">
                      <a:extLst>
                        <a:ext uri="{FF2B5EF4-FFF2-40B4-BE49-F238E27FC236}">
                          <a16:creationId xmlns:a16="http://schemas.microsoft.com/office/drawing/2014/main" id="{FE6F94A0-4B1A-F8D0-8B1E-1CD8D0386994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1" name="Title 63">
                    <a:extLst>
                      <a:ext uri="{FF2B5EF4-FFF2-40B4-BE49-F238E27FC236}">
                        <a16:creationId xmlns:a16="http://schemas.microsoft.com/office/drawing/2014/main" id="{8074C45B-CAFA-696E-9BCD-F8FD495F761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90" name="Title 63">
                  <a:extLst>
                    <a:ext uri="{FF2B5EF4-FFF2-40B4-BE49-F238E27FC236}">
                      <a16:creationId xmlns:a16="http://schemas.microsoft.com/office/drawing/2014/main" id="{F004C947-BBC1-14F4-49CE-D17E49810A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32" name="Title 63">
                <a:extLst>
                  <a:ext uri="{FF2B5EF4-FFF2-40B4-BE49-F238E27FC236}">
                    <a16:creationId xmlns:a16="http://schemas.microsoft.com/office/drawing/2014/main" id="{E6FA8D2E-2A82-605D-3C98-B91DE2AD09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38" name="Title 63">
              <a:extLst>
                <a:ext uri="{FF2B5EF4-FFF2-40B4-BE49-F238E27FC236}">
                  <a16:creationId xmlns:a16="http://schemas.microsoft.com/office/drawing/2014/main" id="{2D76C82C-621D-3D6E-9AE4-8FD98B057408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41" name="Title 63">
              <a:extLst>
                <a:ext uri="{FF2B5EF4-FFF2-40B4-BE49-F238E27FC236}">
                  <a16:creationId xmlns:a16="http://schemas.microsoft.com/office/drawing/2014/main" id="{09F8C117-C9FC-44A8-FA8D-6A89532DC605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259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39F8-2832-6363-3DCE-F9C739DC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FF90F510-2E55-8C20-B5C3-240671C78EE8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Title 63">
            <a:extLst>
              <a:ext uri="{FF2B5EF4-FFF2-40B4-BE49-F238E27FC236}">
                <a16:creationId xmlns:a16="http://schemas.microsoft.com/office/drawing/2014/main" id="{71288830-17B1-B632-9637-EFAC7C9ACDA4}"/>
              </a:ext>
            </a:extLst>
          </p:cNvPr>
          <p:cNvSpPr txBox="1">
            <a:spLocks/>
          </p:cNvSpPr>
          <p:nvPr/>
        </p:nvSpPr>
        <p:spPr>
          <a:xfrm>
            <a:off x="2160000" y="1462924"/>
            <a:ext cx="7873780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76" name="Title 63">
            <a:extLst>
              <a:ext uri="{FF2B5EF4-FFF2-40B4-BE49-F238E27FC236}">
                <a16:creationId xmlns:a16="http://schemas.microsoft.com/office/drawing/2014/main" id="{B111F11B-5A4A-374D-BEFF-2514BD031A97}"/>
              </a:ext>
            </a:extLst>
          </p:cNvPr>
          <p:cNvSpPr txBox="1">
            <a:spLocks/>
          </p:cNvSpPr>
          <p:nvPr/>
        </p:nvSpPr>
        <p:spPr>
          <a:xfrm>
            <a:off x="10026445" y="1797157"/>
            <a:ext cx="2152665" cy="5055282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9AE9DD36-316C-53F5-0E95-CA90FD3CEF6A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608D1-0824-D66D-2F10-0123A95B4E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EEC041BB-AE44-89B4-7CBC-DFB461458E66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27" name="Title 63">
            <a:extLst>
              <a:ext uri="{FF2B5EF4-FFF2-40B4-BE49-F238E27FC236}">
                <a16:creationId xmlns:a16="http://schemas.microsoft.com/office/drawing/2014/main" id="{E100EA1E-25E6-BE5C-3432-844487BC328B}"/>
              </a:ext>
            </a:extLst>
          </p:cNvPr>
          <p:cNvSpPr txBox="1">
            <a:spLocks/>
          </p:cNvSpPr>
          <p:nvPr/>
        </p:nvSpPr>
        <p:spPr>
          <a:xfrm>
            <a:off x="1003378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Description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9BD394BC-3F88-96E8-CD7C-BF9B918BEE2F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sp>
        <p:nvSpPr>
          <p:cNvPr id="37" name="Title 63">
            <a:extLst>
              <a:ext uri="{FF2B5EF4-FFF2-40B4-BE49-F238E27FC236}">
                <a16:creationId xmlns:a16="http://schemas.microsoft.com/office/drawing/2014/main" id="{14C0C021-FAFE-37CA-9FCB-5A6FD9B6EB76}"/>
              </a:ext>
            </a:extLst>
          </p:cNvPr>
          <p:cNvSpPr txBox="1">
            <a:spLocks/>
          </p:cNvSpPr>
          <p:nvPr/>
        </p:nvSpPr>
        <p:spPr>
          <a:xfrm>
            <a:off x="10041115" y="180668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E9A51B-90DB-4925-31E4-23BB3B26EDD0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5FE87A9-EF4F-2F7E-C1B4-7B3C3A321750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FA3432-DB57-BFEF-0E72-BD78CFAB7F7A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5AF9551-AA4C-DC17-F856-7B7FBAD89D8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CB6CE161-4096-D097-F120-1A5688B46D19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7873779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17: LPG Storage and Loading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DCED15-F491-4658-4862-54EBCF9CC5CD}"/>
              </a:ext>
            </a:extLst>
          </p:cNvPr>
          <p:cNvGrpSpPr/>
          <p:nvPr/>
        </p:nvGrpSpPr>
        <p:grpSpPr>
          <a:xfrm>
            <a:off x="3020557" y="2016304"/>
            <a:ext cx="6120000" cy="4616707"/>
            <a:chOff x="2283337" y="1962976"/>
            <a:chExt cx="6120000" cy="4616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D8F06A-3281-B1A9-6FA9-32DC0E1FA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3337" y="1962976"/>
              <a:ext cx="6120000" cy="4616707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F7415C-379B-8439-0386-B7589DB440CD}"/>
                </a:ext>
              </a:extLst>
            </p:cNvPr>
            <p:cNvGrpSpPr/>
            <p:nvPr/>
          </p:nvGrpSpPr>
          <p:grpSpPr>
            <a:xfrm>
              <a:off x="4025245" y="2687284"/>
              <a:ext cx="720000" cy="720000"/>
              <a:chOff x="4025245" y="2649576"/>
              <a:chExt cx="720000" cy="7200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C368B28-3DAB-89ED-183F-9AAE0D14EB1A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17D-4/Q-1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0D488CC-7298-3720-82DA-28BBF5D3F028}"/>
                  </a:ext>
                </a:extLst>
              </p:cNvPr>
              <p:cNvCxnSpPr>
                <a:stCxn id="13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EA3BFB6-A05D-8C20-BB96-E7964FE5C198}"/>
                </a:ext>
              </a:extLst>
            </p:cNvPr>
            <p:cNvGrpSpPr/>
            <p:nvPr/>
          </p:nvGrpSpPr>
          <p:grpSpPr>
            <a:xfrm>
              <a:off x="4562306" y="3176168"/>
              <a:ext cx="720000" cy="720000"/>
              <a:chOff x="4025245" y="2649576"/>
              <a:chExt cx="720000" cy="72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AA3055-990A-C28A-1705-00E77FECE5CD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17D-3/Q-1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2795727-12B1-B965-7D5D-708632441E3A}"/>
                  </a:ext>
                </a:extLst>
              </p:cNvPr>
              <p:cNvCxnSpPr>
                <a:stCxn id="28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CD79776-FDE2-EAE0-F9B3-DC109E347A40}"/>
                </a:ext>
              </a:extLst>
            </p:cNvPr>
            <p:cNvGrpSpPr/>
            <p:nvPr/>
          </p:nvGrpSpPr>
          <p:grpSpPr>
            <a:xfrm>
              <a:off x="5099367" y="3591359"/>
              <a:ext cx="720000" cy="720000"/>
              <a:chOff x="4025245" y="2649576"/>
              <a:chExt cx="720000" cy="72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2461BA9-A803-52A0-D6CA-76FDB9A87A39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17D-2/Q-1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D2095AD-30B1-DF95-021E-FDC4158F801C}"/>
                  </a:ext>
                </a:extLst>
              </p:cNvPr>
              <p:cNvCxnSpPr>
                <a:stCxn id="33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0ABE745-0563-920F-12F3-77093A50A7AF}"/>
                </a:ext>
              </a:extLst>
            </p:cNvPr>
            <p:cNvGrpSpPr/>
            <p:nvPr/>
          </p:nvGrpSpPr>
          <p:grpSpPr>
            <a:xfrm>
              <a:off x="5636428" y="4083553"/>
              <a:ext cx="720000" cy="720000"/>
              <a:chOff x="4025245" y="2649576"/>
              <a:chExt cx="720000" cy="7200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AB6EFF1-8B06-384A-A725-63583B96EDCA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17D-1/Q-1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B08EF36-B13D-F389-519A-CCA6ECD56B96}"/>
                  </a:ext>
                </a:extLst>
              </p:cNvPr>
              <p:cNvCxnSpPr>
                <a:stCxn id="36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753B127-FB20-727B-D845-9319AB63BA10}"/>
                </a:ext>
              </a:extLst>
            </p:cNvPr>
            <p:cNvGrpSpPr/>
            <p:nvPr/>
          </p:nvGrpSpPr>
          <p:grpSpPr>
            <a:xfrm>
              <a:off x="6671609" y="2941942"/>
              <a:ext cx="720000" cy="720000"/>
              <a:chOff x="4025245" y="2649576"/>
              <a:chExt cx="720000" cy="7200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AC3CE1E-7683-3FD4-AB4C-EDC94C976ADB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17D-5/Q-1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2051AF2-1098-DFE7-0FB6-71098B5FE891}"/>
                  </a:ext>
                </a:extLst>
              </p:cNvPr>
              <p:cNvCxnSpPr>
                <a:stCxn id="41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FC390C-F635-72FE-3551-70CDAF764C91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8C71FBD-52C4-C80F-6807-B3388C5FAA4B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16B14EA-6455-390D-B67D-FB72F2ACA381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86ECF3C-3960-63F2-B161-F33DD72B6CC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D777D8-160A-37D0-5857-2D8B85042E0F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A820257-B6DC-8297-B83B-D81CE57AA02C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C228AAE-F680-6132-E33F-96B929CDEB8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78414E18-8761-D012-5F35-707F55914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539214"/>
              </p:ext>
            </p:extLst>
          </p:nvPr>
        </p:nvGraphicFramePr>
        <p:xfrm>
          <a:off x="10137785" y="2032491"/>
          <a:ext cx="1929983" cy="5562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408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713751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Desc.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22342"/>
                  </a:ext>
                </a:extLst>
              </a:tr>
            </a:tbl>
          </a:graphicData>
        </a:graphic>
      </p:graphicFrame>
      <p:pic>
        <p:nvPicPr>
          <p:cNvPr id="91" name="Picture 90">
            <a:extLst>
              <a:ext uri="{FF2B5EF4-FFF2-40B4-BE49-F238E27FC236}">
                <a16:creationId xmlns:a16="http://schemas.microsoft.com/office/drawing/2014/main" id="{4CD79673-38D6-B6D0-1D1C-2EE22AE1D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050278" y="2733619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754B9F6-DE75-8E60-B448-AEB5046F9DAF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6FC0557-5172-60CA-A52A-B6937F558DFC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908107A2-36DF-538B-76BF-3B0EDD9FE4D4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6601CCE6-C3B2-F8A0-0A9A-E9C1C78DF68E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101" name="Title 63">
                    <a:extLst>
                      <a:ext uri="{FF2B5EF4-FFF2-40B4-BE49-F238E27FC236}">
                        <a16:creationId xmlns:a16="http://schemas.microsoft.com/office/drawing/2014/main" id="{99BCD974-F8D0-BCB1-6728-9522806515A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D16BA73F-DB07-C004-AB36-62D297ABDFFF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104" name="Title 63">
                      <a:extLst>
                        <a:ext uri="{FF2B5EF4-FFF2-40B4-BE49-F238E27FC236}">
                          <a16:creationId xmlns:a16="http://schemas.microsoft.com/office/drawing/2014/main" id="{1D343234-4775-FA2D-0D17-778A1E72788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105" name="Title 63">
                      <a:extLst>
                        <a:ext uri="{FF2B5EF4-FFF2-40B4-BE49-F238E27FC236}">
                          <a16:creationId xmlns:a16="http://schemas.microsoft.com/office/drawing/2014/main" id="{51CFFFD6-387E-0B13-6645-AFDF69D6ABC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103" name="Title 63">
                    <a:extLst>
                      <a:ext uri="{FF2B5EF4-FFF2-40B4-BE49-F238E27FC236}">
                        <a16:creationId xmlns:a16="http://schemas.microsoft.com/office/drawing/2014/main" id="{44956AF4-A2A2-F7CE-CF97-727E57842B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100" name="Title 63">
                  <a:extLst>
                    <a:ext uri="{FF2B5EF4-FFF2-40B4-BE49-F238E27FC236}">
                      <a16:creationId xmlns:a16="http://schemas.microsoft.com/office/drawing/2014/main" id="{8CF74BA5-49E5-952A-E319-927FAB6B981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98" name="Title 63">
                <a:extLst>
                  <a:ext uri="{FF2B5EF4-FFF2-40B4-BE49-F238E27FC236}">
                    <a16:creationId xmlns:a16="http://schemas.microsoft.com/office/drawing/2014/main" id="{71ED1545-E020-AE2C-8955-C3255CAFD0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95" name="Title 63">
              <a:extLst>
                <a:ext uri="{FF2B5EF4-FFF2-40B4-BE49-F238E27FC236}">
                  <a16:creationId xmlns:a16="http://schemas.microsoft.com/office/drawing/2014/main" id="{8B26C625-10BD-0186-95F4-DA31AD2CA25A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96" name="Title 63">
              <a:extLst>
                <a:ext uri="{FF2B5EF4-FFF2-40B4-BE49-F238E27FC236}">
                  <a16:creationId xmlns:a16="http://schemas.microsoft.com/office/drawing/2014/main" id="{0755EFCB-68AD-259D-0B57-20062551C613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802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1E55E-0039-39E7-0118-C47E0875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E05F927D-5312-007F-67C5-F759E8946F6C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Title 63">
            <a:extLst>
              <a:ext uri="{FF2B5EF4-FFF2-40B4-BE49-F238E27FC236}">
                <a16:creationId xmlns:a16="http://schemas.microsoft.com/office/drawing/2014/main" id="{E9CA8D4F-C4DA-0FDB-2183-8545E86E5CA8}"/>
              </a:ext>
            </a:extLst>
          </p:cNvPr>
          <p:cNvSpPr txBox="1">
            <a:spLocks/>
          </p:cNvSpPr>
          <p:nvPr/>
        </p:nvSpPr>
        <p:spPr>
          <a:xfrm>
            <a:off x="2160000" y="1462924"/>
            <a:ext cx="636487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76" name="Title 63">
            <a:extLst>
              <a:ext uri="{FF2B5EF4-FFF2-40B4-BE49-F238E27FC236}">
                <a16:creationId xmlns:a16="http://schemas.microsoft.com/office/drawing/2014/main" id="{5D2A1DDB-107A-F65D-6F64-2D7BE93DB366}"/>
              </a:ext>
            </a:extLst>
          </p:cNvPr>
          <p:cNvSpPr txBox="1">
            <a:spLocks/>
          </p:cNvSpPr>
          <p:nvPr/>
        </p:nvSpPr>
        <p:spPr>
          <a:xfrm>
            <a:off x="8532211" y="1797157"/>
            <a:ext cx="3646900" cy="5055282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CE9548B5-A758-753B-0A15-215810EE62C9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6D260-83F8-7F62-EFF2-25F49F4BBA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06BCAC5D-2B10-7F5C-834B-2BE206BD2552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27" name="Title 63">
            <a:extLst>
              <a:ext uri="{FF2B5EF4-FFF2-40B4-BE49-F238E27FC236}">
                <a16:creationId xmlns:a16="http://schemas.microsoft.com/office/drawing/2014/main" id="{D914CC99-893B-B886-DBFF-0B3F45893D9F}"/>
              </a:ext>
            </a:extLst>
          </p:cNvPr>
          <p:cNvSpPr txBox="1">
            <a:spLocks/>
          </p:cNvSpPr>
          <p:nvPr/>
        </p:nvSpPr>
        <p:spPr>
          <a:xfrm>
            <a:off x="8546880" y="1449533"/>
            <a:ext cx="36469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Description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9338E8A2-4BB2-F3A9-7736-EC552DADBF09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103194-55A0-03C8-79CC-C7FEB5604C86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4CA9220-9654-A42B-CD21-EDA3EE98C888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42102A-79E0-787A-C473-81FE7905FC31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ACF1E63-BBD5-855C-3A5A-96FBBC95A93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AC3B688B-80C6-C06B-0821-8278A18E9BAE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6389071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BAC185-51A3-F2F1-CBFF-0EDE8E63C609}"/>
              </a:ext>
            </a:extLst>
          </p:cNvPr>
          <p:cNvGrpSpPr/>
          <p:nvPr/>
        </p:nvGrpSpPr>
        <p:grpSpPr>
          <a:xfrm>
            <a:off x="2281274" y="1959294"/>
            <a:ext cx="6120000" cy="4616707"/>
            <a:chOff x="2283337" y="1962976"/>
            <a:chExt cx="6120000" cy="4616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D4EFD5-212E-6D4A-52C1-9C9F37EF3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3337" y="1962976"/>
              <a:ext cx="6120000" cy="4616707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FBE56F2-C185-197C-A1AD-74286F54A971}"/>
                </a:ext>
              </a:extLst>
            </p:cNvPr>
            <p:cNvGrpSpPr/>
            <p:nvPr/>
          </p:nvGrpSpPr>
          <p:grpSpPr>
            <a:xfrm>
              <a:off x="5636428" y="4083553"/>
              <a:ext cx="720000" cy="720000"/>
              <a:chOff x="4025245" y="2649576"/>
              <a:chExt cx="720000" cy="7200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6939960-AB2A-CA89-48AD-D477AB12C36A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17D-1/Q-1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C3BF5FB-6C7E-F6B7-9F76-653BEFDE85E1}"/>
                  </a:ext>
                </a:extLst>
              </p:cNvPr>
              <p:cNvCxnSpPr>
                <a:stCxn id="36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FA7B87D-E5DA-BB69-4942-3223F09B30DB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2355C97-192B-D7D9-55DF-1A42139A063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D54370A-E31B-A64A-889C-651421E374F0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E1FA6D2-1223-3885-0E6D-535EE9FFC5E1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1952D5C-5585-CB19-C047-A0C863643940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5EFD8E8-0108-8256-F9BA-1D947AA93A19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6521F0B-774E-4A23-9C10-41DFA1CE615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B3C24DC5-6107-3F19-BE9F-42B7A37BB6A8}"/>
              </a:ext>
            </a:extLst>
          </p:cNvPr>
          <p:cNvSpPr/>
          <p:nvPr/>
        </p:nvSpPr>
        <p:spPr>
          <a:xfrm>
            <a:off x="5840840" y="4713021"/>
            <a:ext cx="288000" cy="288000"/>
          </a:xfrm>
          <a:prstGeom prst="ellipse">
            <a:avLst/>
          </a:prstGeom>
          <a:solidFill>
            <a:srgbClr val="FFEF94">
              <a:alpha val="50000"/>
            </a:srgbClr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BDBEBCF-52F5-290E-159F-A811456BAFEF}"/>
              </a:ext>
            </a:extLst>
          </p:cNvPr>
          <p:cNvGrpSpPr/>
          <p:nvPr/>
        </p:nvGrpSpPr>
        <p:grpSpPr>
          <a:xfrm>
            <a:off x="8314019" y="1546356"/>
            <a:ext cx="432000" cy="432000"/>
            <a:chOff x="9313667" y="2368302"/>
            <a:chExt cx="432000" cy="432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8B608CE-088A-EB81-0C1A-922DC7DC4911}"/>
                </a:ext>
              </a:extLst>
            </p:cNvPr>
            <p:cNvSpPr/>
            <p:nvPr/>
          </p:nvSpPr>
          <p:spPr>
            <a:xfrm>
              <a:off x="9313667" y="2368302"/>
              <a:ext cx="432000" cy="432000"/>
            </a:xfrm>
            <a:prstGeom prst="ellipse">
              <a:avLst/>
            </a:prstGeom>
            <a:solidFill>
              <a:srgbClr val="FFEF94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E1DA2D4-2F98-F7B2-2C80-7BC4B65E5BAF}"/>
                </a:ext>
              </a:extLst>
            </p:cNvPr>
            <p:cNvGrpSpPr/>
            <p:nvPr/>
          </p:nvGrpSpPr>
          <p:grpSpPr>
            <a:xfrm>
              <a:off x="9318429" y="2503822"/>
              <a:ext cx="419100" cy="180000"/>
              <a:chOff x="9337675" y="3228412"/>
              <a:chExt cx="419100" cy="18000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EECEAD0-C7DD-FE5B-19EB-6D4F74A82E8A}"/>
                  </a:ext>
                </a:extLst>
              </p:cNvPr>
              <p:cNvCxnSpPr/>
              <p:nvPr/>
            </p:nvCxnSpPr>
            <p:spPr>
              <a:xfrm>
                <a:off x="9525000" y="3228412"/>
                <a:ext cx="0" cy="18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6B03B47-7999-8FD4-17BC-4A20FF4F8437}"/>
                  </a:ext>
                </a:extLst>
              </p:cNvPr>
              <p:cNvCxnSpPr/>
              <p:nvPr/>
            </p:nvCxnSpPr>
            <p:spPr>
              <a:xfrm>
                <a:off x="9569450" y="3228412"/>
                <a:ext cx="0" cy="18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AE7C197B-3CE5-10C7-C4E6-78E2B77FBB8B}"/>
                  </a:ext>
                </a:extLst>
              </p:cNvPr>
              <p:cNvCxnSpPr/>
              <p:nvPr/>
            </p:nvCxnSpPr>
            <p:spPr>
              <a:xfrm>
                <a:off x="9601200" y="3309938"/>
                <a:ext cx="15557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C947296-2F47-7BD6-DA59-0A478E78A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37675" y="3309938"/>
                <a:ext cx="15557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Title 63">
            <a:extLst>
              <a:ext uri="{FF2B5EF4-FFF2-40B4-BE49-F238E27FC236}">
                <a16:creationId xmlns:a16="http://schemas.microsoft.com/office/drawing/2014/main" id="{17F5ABC9-FB69-2BFF-CED4-63BD4847B3B4}"/>
              </a:ext>
            </a:extLst>
          </p:cNvPr>
          <p:cNvSpPr txBox="1">
            <a:spLocks/>
          </p:cNvSpPr>
          <p:nvPr/>
        </p:nvSpPr>
        <p:spPr>
          <a:xfrm>
            <a:off x="8694659" y="6213073"/>
            <a:ext cx="3316365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</a:t>
            </a:r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ED512689-FB7F-6A11-3404-8B2B2A81A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27069"/>
              </p:ext>
            </p:extLst>
          </p:nvPr>
        </p:nvGraphicFramePr>
        <p:xfrm>
          <a:off x="8646149" y="2011622"/>
          <a:ext cx="3316366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339333754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805816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Description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9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1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37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14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years)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04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25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http:www.dtp-eng.com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pic>
        <p:nvPicPr>
          <p:cNvPr id="84" name="Picture 83">
            <a:extLst>
              <a:ext uri="{FF2B5EF4-FFF2-40B4-BE49-F238E27FC236}">
                <a16:creationId xmlns:a16="http://schemas.microsoft.com/office/drawing/2014/main" id="{AFD7E097-0E9B-C736-3856-5DDF055C9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19764" y="2865137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D201207-07AE-1FA2-C655-74BF77545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723155" y="6362610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35915BF6-4CEF-B844-22D1-328DD5880022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4F7AD36-3990-BC3C-1C69-295FB89ACD63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597A1535-CD60-1830-1BFC-5CE096844FB4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48B3FD82-3D86-5D2D-40D8-B358680302E5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97" name="Title 63">
                    <a:extLst>
                      <a:ext uri="{FF2B5EF4-FFF2-40B4-BE49-F238E27FC236}">
                        <a16:creationId xmlns:a16="http://schemas.microsoft.com/office/drawing/2014/main" id="{65F9D778-CC69-3C66-A057-CAC7041D61C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8D82D698-D247-38AC-C42C-6FAC101B20AD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100" name="Title 63">
                      <a:extLst>
                        <a:ext uri="{FF2B5EF4-FFF2-40B4-BE49-F238E27FC236}">
                          <a16:creationId xmlns:a16="http://schemas.microsoft.com/office/drawing/2014/main" id="{9F58BF18-F852-C9EC-02BE-C199D5C3A860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101" name="Title 63">
                      <a:extLst>
                        <a:ext uri="{FF2B5EF4-FFF2-40B4-BE49-F238E27FC236}">
                          <a16:creationId xmlns:a16="http://schemas.microsoft.com/office/drawing/2014/main" id="{DFE6A230-2411-49CD-5591-D51179BF3634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99" name="Title 63">
                    <a:extLst>
                      <a:ext uri="{FF2B5EF4-FFF2-40B4-BE49-F238E27FC236}">
                        <a16:creationId xmlns:a16="http://schemas.microsoft.com/office/drawing/2014/main" id="{89D31423-22AC-9E51-97BE-6BDAED9A78F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96" name="Title 63">
                  <a:extLst>
                    <a:ext uri="{FF2B5EF4-FFF2-40B4-BE49-F238E27FC236}">
                      <a16:creationId xmlns:a16="http://schemas.microsoft.com/office/drawing/2014/main" id="{88D318FE-404B-D4DB-02CE-5AB11656ED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94" name="Title 63">
                <a:extLst>
                  <a:ext uri="{FF2B5EF4-FFF2-40B4-BE49-F238E27FC236}">
                    <a16:creationId xmlns:a16="http://schemas.microsoft.com/office/drawing/2014/main" id="{CA140039-70ED-262D-F567-D319317E10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89" name="Title 63">
              <a:extLst>
                <a:ext uri="{FF2B5EF4-FFF2-40B4-BE49-F238E27FC236}">
                  <a16:creationId xmlns:a16="http://schemas.microsoft.com/office/drawing/2014/main" id="{2225572F-0059-BA5F-E832-B3D37BC4CBD5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91" name="Title 63">
              <a:extLst>
                <a:ext uri="{FF2B5EF4-FFF2-40B4-BE49-F238E27FC236}">
                  <a16:creationId xmlns:a16="http://schemas.microsoft.com/office/drawing/2014/main" id="{5D27B959-0ACE-F739-CBFD-1F1D862A5A17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556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3">
            <a:extLst>
              <a:ext uri="{FF2B5EF4-FFF2-40B4-BE49-F238E27FC236}">
                <a16:creationId xmlns:a16="http://schemas.microsoft.com/office/drawing/2014/main" id="{C7B9BD27-C6BF-1637-1BAB-46774E2BEE7C}"/>
              </a:ext>
            </a:extLst>
          </p:cNvPr>
          <p:cNvSpPr txBox="1">
            <a:spLocks/>
          </p:cNvSpPr>
          <p:nvPr/>
        </p:nvSpPr>
        <p:spPr>
          <a:xfrm>
            <a:off x="636785" y="340010"/>
            <a:ext cx="8371028" cy="525525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Tabel Description</a:t>
            </a:r>
          </a:p>
          <a:p>
            <a:pPr>
              <a:lnSpc>
                <a:spcPct val="100000"/>
              </a:lnSpc>
            </a:pPr>
            <a:r>
              <a:rPr lang="en-US" sz="12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Mengambil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memanggil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data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dan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Condition (GVI)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989EFC-1E3A-EE2D-1176-0B2F7BA17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660208"/>
              </p:ext>
            </p:extLst>
          </p:nvPr>
        </p:nvGraphicFramePr>
        <p:xfrm>
          <a:off x="636785" y="1388645"/>
          <a:ext cx="3316366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339333754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805816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Description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9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1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37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14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years)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04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25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http:www.dtp-eng.com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9E78BE-0B9B-3858-719E-6F8511121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277523"/>
              </p:ext>
            </p:extLst>
          </p:nvPr>
        </p:nvGraphicFramePr>
        <p:xfrm>
          <a:off x="6190974" y="1219042"/>
          <a:ext cx="3210321" cy="5203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868974484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3030883691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5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8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Tanks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Propane tank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6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 www.dtp-eng.com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↑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sng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8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foundation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 concrete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year)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PT. </a:t>
                      </a:r>
                      <a:r>
                        <a:rPr lang="en-US" sz="8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Road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  <a:tr h="220938">
                <a:tc gridSpan="5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  <a:endParaRPr lang="en-ID" sz="8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7678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5984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0140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88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8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5953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9C50D7-B3CA-C570-01C9-9A650A960D94}"/>
              </a:ext>
            </a:extLst>
          </p:cNvPr>
          <p:cNvCxnSpPr>
            <a:cxnSpLocks/>
          </p:cNvCxnSpPr>
          <p:nvPr/>
        </p:nvCxnSpPr>
        <p:spPr>
          <a:xfrm flipH="1">
            <a:off x="3953151" y="1510623"/>
            <a:ext cx="2237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6038F1-3542-80CD-F9B2-4D67D939ED91}"/>
              </a:ext>
            </a:extLst>
          </p:cNvPr>
          <p:cNvCxnSpPr>
            <a:cxnSpLocks/>
          </p:cNvCxnSpPr>
          <p:nvPr/>
        </p:nvCxnSpPr>
        <p:spPr>
          <a:xfrm flipH="1">
            <a:off x="3953151" y="1739223"/>
            <a:ext cx="2237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D6FED8-96F6-4B9C-2652-E1CA4A290535}"/>
              </a:ext>
            </a:extLst>
          </p:cNvPr>
          <p:cNvCxnSpPr>
            <a:cxnSpLocks/>
          </p:cNvCxnSpPr>
          <p:nvPr/>
        </p:nvCxnSpPr>
        <p:spPr>
          <a:xfrm flipH="1">
            <a:off x="3953151" y="1958298"/>
            <a:ext cx="2237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732EAF-010A-8A34-B312-50BDC5F38C31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110698"/>
            <a:ext cx="2237823" cy="135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A8E2C2-4049-E26C-2CDB-5AC9A2C66419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329773"/>
            <a:ext cx="2237823" cy="3536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303D028-7F5A-AC09-B4B9-08494B86AD89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3953151" y="2562125"/>
            <a:ext cx="2237823" cy="3522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53B46BC-7F4B-8287-EDA5-ED481BA7D43C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779817"/>
            <a:ext cx="2237823" cy="3545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FB3A35A-F15F-9280-40AB-37BD612367D5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3025302"/>
            <a:ext cx="2237823" cy="2613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34155D-C3D7-9516-3EA1-8B29BA130D36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3244173"/>
            <a:ext cx="2237823" cy="1309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39FD318-E477-C15A-C85C-F081EB346B52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3615647"/>
            <a:ext cx="2237823" cy="87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EBD46FD-AADE-2291-61BD-B47CDE518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370943"/>
              </p:ext>
            </p:extLst>
          </p:nvPr>
        </p:nvGraphicFramePr>
        <p:xfrm>
          <a:off x="636785" y="5006846"/>
          <a:ext cx="2626120" cy="1541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2786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2786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James Bond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2786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19671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Structure is in good condition</a:t>
                      </a:r>
                    </a:p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Minor coating degradation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  <a:tr h="642794">
                <a:tc gridSpan="2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245464"/>
                  </a:ext>
                </a:extLst>
              </a:tr>
            </a:tbl>
          </a:graphicData>
        </a:graphic>
      </p:graphicFrame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6269A3A-69E8-134E-85EA-8237A2B6E502}"/>
              </a:ext>
            </a:extLst>
          </p:cNvPr>
          <p:cNvCxnSpPr/>
          <p:nvPr/>
        </p:nvCxnSpPr>
        <p:spPr>
          <a:xfrm rot="5400000" flipH="1" flipV="1">
            <a:off x="2626528" y="4130592"/>
            <a:ext cx="2085325" cy="665202"/>
          </a:xfrm>
          <a:prstGeom prst="bentConnector3">
            <a:avLst>
              <a:gd name="adj1" fmla="val 28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itle 63">
            <a:extLst>
              <a:ext uri="{FF2B5EF4-FFF2-40B4-BE49-F238E27FC236}">
                <a16:creationId xmlns:a16="http://schemas.microsoft.com/office/drawing/2014/main" id="{3F6EFDAD-234B-9603-7CA5-27D875640B60}"/>
              </a:ext>
            </a:extLst>
          </p:cNvPr>
          <p:cNvSpPr txBox="1">
            <a:spLocks/>
          </p:cNvSpPr>
          <p:nvPr/>
        </p:nvSpPr>
        <p:spPr>
          <a:xfrm>
            <a:off x="6096000" y="896951"/>
            <a:ext cx="3232826" cy="284799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65" name="Title 63">
            <a:extLst>
              <a:ext uri="{FF2B5EF4-FFF2-40B4-BE49-F238E27FC236}">
                <a16:creationId xmlns:a16="http://schemas.microsoft.com/office/drawing/2014/main" id="{E7565F72-C316-C61F-7E9B-9E051DF4013E}"/>
              </a:ext>
            </a:extLst>
          </p:cNvPr>
          <p:cNvSpPr txBox="1">
            <a:spLocks/>
          </p:cNvSpPr>
          <p:nvPr/>
        </p:nvSpPr>
        <p:spPr>
          <a:xfrm>
            <a:off x="523913" y="4601630"/>
            <a:ext cx="3232826" cy="284799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Condition (GVI)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33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F569-9912-6FEA-88B3-946765AF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B9F17963-F0AC-A4B7-7F99-88BF4B18721E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14B4CA7F-2F8C-083E-10CF-701694308857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5D1F2-798E-9E70-BCB3-9294A2CF61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174D46D3-630F-50A7-73AF-3C187B4A6E3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4878AF12-5D78-0AA6-1E4B-4460B23A32F7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A5D826-A3AB-E7C5-7147-3F72F86B357B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A2AEDCC-9107-0005-80F3-E600E2CBB13E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48C773-6F6B-3809-FADE-7D9496A4559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62457E8-AE63-669B-97B1-C21F53A63EAB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3FD3BC02-6175-CC98-1ACF-7608BDCEE112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9724EB-7D1E-B6DB-A56A-CF558D404038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E1F23F-AE57-0C6B-4525-116146B0D47E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9F1DA12-98A0-9188-A0BF-6DDEDCF7C19C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41E67E9-813F-51DA-26F1-0F41A57E847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DF7A9BB-F1B8-F5EE-C39D-B1A0EC690297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3DEFC9C-1D2C-9C53-C18A-3A9C915D57C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3B177A3-0525-1593-DCBD-A2D3F81BCF1E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DE6683DA-CE53-F018-58AD-3346173398B2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Condition (GVI) 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C6892DC-F03E-5A49-2928-0F6295340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23417"/>
              </p:ext>
            </p:extLst>
          </p:nvPr>
        </p:nvGraphicFramePr>
        <p:xfrm>
          <a:off x="2389386" y="1836716"/>
          <a:ext cx="8681778" cy="5005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3495399">
                  <a:extLst>
                    <a:ext uri="{9D8B030D-6E8A-4147-A177-3AD203B41FA5}">
                      <a16:colId xmlns:a16="http://schemas.microsoft.com/office/drawing/2014/main" val="868974484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3030883691"/>
                    </a:ext>
                  </a:extLst>
                </a:gridCol>
                <a:gridCol w="612714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Tanks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Propane tank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6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 www.dtp-eng.com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↑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 concrete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year)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PT. </a:t>
                      </a:r>
                      <a:r>
                        <a:rPr lang="en-US" sz="7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Road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  <a:tr h="220938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7678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5984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0140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88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59536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E5B5C305-50D2-E672-1A41-6C978E1F84EA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Edit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525C6A6-BF09-8ED3-77A8-2F7122CA3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889936" y="21113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F64445D-5EC4-B5C8-AE50-0896E143840D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5769345-0339-E754-5F57-831977E0FE7A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0273B3F-80FE-3870-4EB8-732035EABCD9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6C17CB99-4495-77E2-4DE5-1BAD2DF9DC90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52" name="Title 63">
                    <a:extLst>
                      <a:ext uri="{FF2B5EF4-FFF2-40B4-BE49-F238E27FC236}">
                        <a16:creationId xmlns:a16="http://schemas.microsoft.com/office/drawing/2014/main" id="{AFD6CEC9-65E2-6EB2-4102-5ACB9B2554F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C2285E68-6B92-2C97-F212-0A6CCDDEC76C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65" name="Title 63">
                      <a:extLst>
                        <a:ext uri="{FF2B5EF4-FFF2-40B4-BE49-F238E27FC236}">
                          <a16:creationId xmlns:a16="http://schemas.microsoft.com/office/drawing/2014/main" id="{671E1F74-BAAA-E447-3A75-0614F25AD0B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68" name="Title 63">
                      <a:extLst>
                        <a:ext uri="{FF2B5EF4-FFF2-40B4-BE49-F238E27FC236}">
                          <a16:creationId xmlns:a16="http://schemas.microsoft.com/office/drawing/2014/main" id="{6112F477-B42B-5DD2-2FFE-A9DB12214C8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58" name="Title 63">
                    <a:extLst>
                      <a:ext uri="{FF2B5EF4-FFF2-40B4-BE49-F238E27FC236}">
                        <a16:creationId xmlns:a16="http://schemas.microsoft.com/office/drawing/2014/main" id="{F1AE3533-0061-6BC5-D8DF-230A421548B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51" name="Title 63">
                  <a:extLst>
                    <a:ext uri="{FF2B5EF4-FFF2-40B4-BE49-F238E27FC236}">
                      <a16:creationId xmlns:a16="http://schemas.microsoft.com/office/drawing/2014/main" id="{0DA1D52E-91C3-338D-9437-ABF021A399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49" name="Title 63">
                <a:extLst>
                  <a:ext uri="{FF2B5EF4-FFF2-40B4-BE49-F238E27FC236}">
                    <a16:creationId xmlns:a16="http://schemas.microsoft.com/office/drawing/2014/main" id="{929A497B-866D-C961-9F0F-0EE3516A02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41" name="Title 63">
              <a:extLst>
                <a:ext uri="{FF2B5EF4-FFF2-40B4-BE49-F238E27FC236}">
                  <a16:creationId xmlns:a16="http://schemas.microsoft.com/office/drawing/2014/main" id="{ED27E803-2431-3AA8-4513-5A224995AB58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43" name="Title 63">
              <a:extLst>
                <a:ext uri="{FF2B5EF4-FFF2-40B4-BE49-F238E27FC236}">
                  <a16:creationId xmlns:a16="http://schemas.microsoft.com/office/drawing/2014/main" id="{04CA701E-1738-68F3-9C7F-FA543C72E6B4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08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506D-A08B-E531-0B08-F79FA9F8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AD650518-FA48-234B-0133-55363A4F40A0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0819B44E-FC64-21ED-AD0C-25E06E2F3798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FCD07-F1D6-03C5-73EC-517F45FFC5C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09C5E22A-226B-FD49-348A-FBF9219E1C06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B9929C2E-8DEB-3886-F542-BAC47B8BC587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8B4344-B6AF-E20C-6E22-AF64DA0F1519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0584B76-4526-ED24-7212-364852842F58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127A696-C6EE-7A3C-7EEA-8ABDABF12D7D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337AA01-4DC8-E920-D832-1DB00664C99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C5C66AC5-A2CB-5FB1-5394-A2A4B53E2EA1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298913D-230A-900A-5F1E-EC3425AF283F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BF6DB51-7CE8-3847-3B8E-F41A4A4EBD1E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A2C989B-6F6B-CB0C-21F5-E43E20F1B615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3EF3088-34F9-65B0-2CC0-55BE73026A3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4CDA2BD-6CAF-1301-7119-3321E438E729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5980777-FB17-01CB-A5B0-6F57F7D30C9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37D741B-BD50-C90F-0749-5C6C11E95837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39BEC001-5F30-B26D-B9F6-AEE67CC6ED58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Condition (GVI) 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D42061A-78AF-A999-4F95-CF2F79BBF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82150"/>
              </p:ext>
            </p:extLst>
          </p:nvPr>
        </p:nvGraphicFramePr>
        <p:xfrm>
          <a:off x="2389386" y="1836716"/>
          <a:ext cx="8681778" cy="5005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647549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3030883691"/>
                    </a:ext>
                  </a:extLst>
                </a:gridCol>
                <a:gridCol w="822264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&lt;auto numbering&gt;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&lt;auto generate tag number&gt;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&lt;Plant code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&lt;Look up plant code&gt;</a:t>
                      </a:r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&lt;Equipment code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&lt;Look up equipment code&gt;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&lt;Civil asset code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&lt;Look up civil asset code&gt;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0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D" sz="70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 &lt;Select file&gt;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&lt;Function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&lt;Material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&lt;Access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  <a:tr h="220938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7678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 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 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5984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0140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88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59536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BF80E311-A67F-DC38-A743-D4B85F1B0409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87FCB-3122-AF22-5942-B045FE7EB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889936" y="21113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80BEABB-3763-31A7-0373-B23291FCCD35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AFDD1C-B748-8A0C-AC20-D10F9EA64584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7975A60-2548-06F1-F3E6-78C06D6E1886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8040BFC-D64A-24C2-6E37-93198E877C83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17" name="Title 63">
                    <a:extLst>
                      <a:ext uri="{FF2B5EF4-FFF2-40B4-BE49-F238E27FC236}">
                        <a16:creationId xmlns:a16="http://schemas.microsoft.com/office/drawing/2014/main" id="{B6DD31DE-ECDA-FAF8-F87A-BBB3BF22B73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791C3610-4BDA-E27D-939E-6A882279AA0C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21" name="Title 63">
                      <a:extLst>
                        <a:ext uri="{FF2B5EF4-FFF2-40B4-BE49-F238E27FC236}">
                          <a16:creationId xmlns:a16="http://schemas.microsoft.com/office/drawing/2014/main" id="{36276131-C149-DE4C-DAE1-47A26FAD3C5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22" name="Title 63">
                      <a:extLst>
                        <a:ext uri="{FF2B5EF4-FFF2-40B4-BE49-F238E27FC236}">
                          <a16:creationId xmlns:a16="http://schemas.microsoft.com/office/drawing/2014/main" id="{B2077E79-1655-5A28-44DC-59D188A08B3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0" name="Title 63">
                    <a:extLst>
                      <a:ext uri="{FF2B5EF4-FFF2-40B4-BE49-F238E27FC236}">
                        <a16:creationId xmlns:a16="http://schemas.microsoft.com/office/drawing/2014/main" id="{85624AE0-5BB9-B0F2-00E4-15076CDE15B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16" name="Title 63">
                  <a:extLst>
                    <a:ext uri="{FF2B5EF4-FFF2-40B4-BE49-F238E27FC236}">
                      <a16:creationId xmlns:a16="http://schemas.microsoft.com/office/drawing/2014/main" id="{8DDB3324-4951-4775-0518-9178D71D9AC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14" name="Title 63">
                <a:extLst>
                  <a:ext uri="{FF2B5EF4-FFF2-40B4-BE49-F238E27FC236}">
                    <a16:creationId xmlns:a16="http://schemas.microsoft.com/office/drawing/2014/main" id="{D74DD164-D139-2D0A-2CEE-EBD6390937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10" name="Title 63">
              <a:extLst>
                <a:ext uri="{FF2B5EF4-FFF2-40B4-BE49-F238E27FC236}">
                  <a16:creationId xmlns:a16="http://schemas.microsoft.com/office/drawing/2014/main" id="{0F9EAFCD-A8F9-2F07-9F9C-ACC0FDEBF500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11" name="Title 63">
              <a:extLst>
                <a:ext uri="{FF2B5EF4-FFF2-40B4-BE49-F238E27FC236}">
                  <a16:creationId xmlns:a16="http://schemas.microsoft.com/office/drawing/2014/main" id="{B23F833A-D5E7-696F-6398-E35ED4C66D6A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408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8AB925-373E-D9ED-7D32-9E11AC8CD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55938"/>
              </p:ext>
            </p:extLst>
          </p:nvPr>
        </p:nvGraphicFramePr>
        <p:xfrm>
          <a:off x="636785" y="2453891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&lt;auto generate tag number&gt;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highlight>
                          <a:srgbClr val="00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00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highlight>
                          <a:srgbClr val="FF00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FF00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highlight>
                          <a:srgbClr val="FF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n-ID" sz="700" dirty="0">
                        <a:highlight>
                          <a:srgbClr val="FF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00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highlight>
                          <a:srgbClr val="FF00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6E98A7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highlight>
                          <a:srgbClr val="6E98A7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2D6A87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2D6A87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771E0886-4F61-88A7-E1C9-ACFF0C664368}"/>
              </a:ext>
            </a:extLst>
          </p:cNvPr>
          <p:cNvSpPr txBox="1">
            <a:spLocks/>
          </p:cNvSpPr>
          <p:nvPr/>
        </p:nvSpPr>
        <p:spPr>
          <a:xfrm>
            <a:off x="636785" y="340010"/>
            <a:ext cx="10078840" cy="1803115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Asset Tag No. 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Auto generate tag number</a:t>
            </a:r>
          </a:p>
          <a:p>
            <a:pPr>
              <a:lnSpc>
                <a:spcPct val="100000"/>
              </a:lnSpc>
            </a:pP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Formula: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concat</a:t>
            </a: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en-US" sz="1200" b="0" dirty="0">
                <a:solidFill>
                  <a:schemeClr val="tx1"/>
                </a:solidFill>
                <a:highlight>
                  <a:srgbClr val="00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Plant code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&lt;</a:t>
            </a:r>
            <a:r>
              <a:rPr lang="en-US" sz="1200" b="0" dirty="0">
                <a:solidFill>
                  <a:schemeClr val="tx1"/>
                </a:solidFill>
                <a:highlight>
                  <a:srgbClr val="FF00FF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Equipment Code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”-” &lt;</a:t>
            </a:r>
            <a:r>
              <a:rPr lang="en-US" sz="1200" b="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Equipment Order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“/” &lt;</a:t>
            </a:r>
            <a:r>
              <a:rPr lang="en-US" sz="1200" b="0" dirty="0">
                <a:solidFill>
                  <a:schemeClr val="tx1"/>
                </a:solidFill>
                <a:highlight>
                  <a:srgbClr val="FF00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Civil Asset Code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“-” &lt;</a:t>
            </a:r>
            <a:r>
              <a:rPr lang="en-US" sz="1200" b="0" dirty="0">
                <a:solidFill>
                  <a:schemeClr val="tx1"/>
                </a:solidFill>
                <a:highlight>
                  <a:srgbClr val="6E98A7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Civil Asset Order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Result Example: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highlight>
                  <a:srgbClr val="00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17</a:t>
            </a:r>
            <a:r>
              <a:rPr lang="en-US" sz="1200" b="0" dirty="0">
                <a:solidFill>
                  <a:schemeClr val="tx1"/>
                </a:solidFill>
                <a:highlight>
                  <a:srgbClr val="FF00FF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-</a:t>
            </a:r>
            <a:r>
              <a:rPr lang="en-US" sz="1200" b="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5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/</a:t>
            </a:r>
            <a:r>
              <a:rPr lang="en-US" sz="1200" b="0" dirty="0">
                <a:solidFill>
                  <a:schemeClr val="tx1"/>
                </a:solidFill>
                <a:highlight>
                  <a:srgbClr val="FF00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-</a:t>
            </a:r>
            <a:r>
              <a:rPr lang="en-US" sz="1200" b="0" dirty="0">
                <a:solidFill>
                  <a:schemeClr val="tx1"/>
                </a:solidFill>
                <a:highlight>
                  <a:srgbClr val="6E98A7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1</a:t>
            </a: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A7E0BF-B9AE-AD64-DAB2-A776F1031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4" y="3092840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9271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67BF6-64B2-A3AE-5289-B19B1C1C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51B6FB-5A3F-A86D-E963-7A0D0575F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901057"/>
              </p:ext>
            </p:extLst>
          </p:nvPr>
        </p:nvGraphicFramePr>
        <p:xfrm>
          <a:off x="636785" y="1070043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&lt;Plant code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plant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11D37373-B036-98CA-C11D-C809102CBD12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Plant Code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Look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2240F-2406-6C6B-D5F4-6D575B22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9" y="1883614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C799477-A253-370A-65AB-1A9995E55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656748"/>
              </p:ext>
            </p:extLst>
          </p:nvPr>
        </p:nvGraphicFramePr>
        <p:xfrm>
          <a:off x="636785" y="4177515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LPG Storage and Loading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12" name="Title 63">
            <a:extLst>
              <a:ext uri="{FF2B5EF4-FFF2-40B4-BE49-F238E27FC236}">
                <a16:creationId xmlns:a16="http://schemas.microsoft.com/office/drawing/2014/main" id="{B7ABE6A3-B37B-0660-1973-2DA2B74D15FD}"/>
              </a:ext>
            </a:extLst>
          </p:cNvPr>
          <p:cNvSpPr txBox="1">
            <a:spLocks/>
          </p:cNvSpPr>
          <p:nvPr/>
        </p:nvSpPr>
        <p:spPr>
          <a:xfrm>
            <a:off x="636785" y="3651763"/>
            <a:ext cx="4042488" cy="336577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Example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40CCE9F-004E-B3E3-9A60-074BCF928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72950"/>
              </p:ext>
            </p:extLst>
          </p:nvPr>
        </p:nvGraphicFramePr>
        <p:xfrm>
          <a:off x="7289260" y="197755"/>
          <a:ext cx="3619759" cy="63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1711">
                  <a:extLst>
                    <a:ext uri="{9D8B030D-6E8A-4147-A177-3AD203B41FA5}">
                      <a16:colId xmlns:a16="http://schemas.microsoft.com/office/drawing/2014/main" val="2700219246"/>
                    </a:ext>
                  </a:extLst>
                </a:gridCol>
                <a:gridCol w="2398048">
                  <a:extLst>
                    <a:ext uri="{9D8B030D-6E8A-4147-A177-3AD203B41FA5}">
                      <a16:colId xmlns:a16="http://schemas.microsoft.com/office/drawing/2014/main" val="2440745269"/>
                    </a:ext>
                  </a:extLst>
                </a:gridCol>
              </a:tblGrid>
              <a:tr h="888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 Selection</a:t>
                      </a:r>
                      <a:endParaRPr lang="en-ID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3931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 Purification Section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53825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Dehydration Section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855594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Fractionation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9273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Refrigeration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57660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Liquifaction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889374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Condensate Stripping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40722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70586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Condensate Stabilizer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5872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11093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Relief &amp; Blowdown System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21455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Condensate Storage and Process LPG Storage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925819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Feed Gas Knockout Drum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69014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Marine Structures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60457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24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LNG Storage and Loading Facility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74035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Fueling Facility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15746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Filling Station for Propane and Butane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3363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Oxygen Plant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73069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Acetylene Plant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26856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Nitrogen Generation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11990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Electrical Distribution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442519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Steam &amp; Power Generation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99786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Seawater Cooling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6324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Fire Protectuon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8424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34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Liquid Waste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8971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Compressed Air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37419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Water Treatment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1098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Communication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26020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Inter-connecting Pipeways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5767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Nitrogen Plant (Expansion)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88317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Site Preparation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6911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Buildings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91280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Building Equipment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83165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43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Tug Boats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46839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Community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73313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Community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78080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Plot Plans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69532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Mobile Equipment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07790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Distributed Control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834635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Machinery Monitroing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15004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Maps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563804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57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New 36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543155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58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46362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85433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2874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3557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38363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27846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64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Water Recreation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475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Outside PT. </a:t>
                      </a:r>
                      <a:r>
                        <a:rPr lang="en-ID" sz="8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 Area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732508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091BE1F6-82DC-7E27-6BC7-FC797401847B}"/>
              </a:ext>
            </a:extLst>
          </p:cNvPr>
          <p:cNvGrpSpPr/>
          <p:nvPr/>
        </p:nvGrpSpPr>
        <p:grpSpPr>
          <a:xfrm>
            <a:off x="4824919" y="1410508"/>
            <a:ext cx="2344366" cy="3667327"/>
            <a:chOff x="4824919" y="1410508"/>
            <a:chExt cx="2344366" cy="3667327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FDDF989F-E2E5-FA60-6454-010C22BC6CBB}"/>
                </a:ext>
              </a:extLst>
            </p:cNvPr>
            <p:cNvCxnSpPr/>
            <p:nvPr/>
          </p:nvCxnSpPr>
          <p:spPr>
            <a:xfrm rot="5400000">
              <a:off x="3607340" y="2628087"/>
              <a:ext cx="3667327" cy="1232170"/>
            </a:xfrm>
            <a:prstGeom prst="bentConnector3">
              <a:avLst>
                <a:gd name="adj1" fmla="val 9986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0AA3C8-8C6B-CC26-C78B-0B0CC886FCC0}"/>
                </a:ext>
              </a:extLst>
            </p:cNvPr>
            <p:cNvCxnSpPr/>
            <p:nvPr/>
          </p:nvCxnSpPr>
          <p:spPr>
            <a:xfrm>
              <a:off x="6057089" y="1410508"/>
              <a:ext cx="11121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36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51697-19ED-8C80-18B9-0B3A2D1D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142072-AFD9-2CA1-279E-095E2404E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82206"/>
              </p:ext>
            </p:extLst>
          </p:nvPr>
        </p:nvGraphicFramePr>
        <p:xfrm>
          <a:off x="636785" y="1070043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&lt;Plant code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plant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&lt;Equipment code</a:t>
                      </a:r>
                      <a:r>
                        <a:rPr lang="en-ID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Equipment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0C55596D-53DF-0A95-CAA1-413E260C1E07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Equipment Code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Look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4816C-B9EE-3DDC-A346-2AC69E50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9" y="2097225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itle 63">
            <a:extLst>
              <a:ext uri="{FF2B5EF4-FFF2-40B4-BE49-F238E27FC236}">
                <a16:creationId xmlns:a16="http://schemas.microsoft.com/office/drawing/2014/main" id="{2229F2B3-F4A0-72FE-D97B-DB97F8961B62}"/>
              </a:ext>
            </a:extLst>
          </p:cNvPr>
          <p:cNvSpPr txBox="1">
            <a:spLocks/>
          </p:cNvSpPr>
          <p:nvPr/>
        </p:nvSpPr>
        <p:spPr>
          <a:xfrm>
            <a:off x="636785" y="3651763"/>
            <a:ext cx="4042488" cy="336577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291E4D-AC6C-69FC-7BA5-6C6C73AB9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3991"/>
              </p:ext>
            </p:extLst>
          </p:nvPr>
        </p:nvGraphicFramePr>
        <p:xfrm>
          <a:off x="636785" y="4140549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Tanks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6486CF-3E7B-7EC8-F3F0-025DA296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838784"/>
              </p:ext>
            </p:extLst>
          </p:nvPr>
        </p:nvGraphicFramePr>
        <p:xfrm>
          <a:off x="7284462" y="137103"/>
          <a:ext cx="4057216" cy="6581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658">
                  <a:extLst>
                    <a:ext uri="{9D8B030D-6E8A-4147-A177-3AD203B41FA5}">
                      <a16:colId xmlns:a16="http://schemas.microsoft.com/office/drawing/2014/main" val="3618824520"/>
                    </a:ext>
                  </a:extLst>
                </a:gridCol>
                <a:gridCol w="2517558">
                  <a:extLst>
                    <a:ext uri="{9D8B030D-6E8A-4147-A177-3AD203B41FA5}">
                      <a16:colId xmlns:a16="http://schemas.microsoft.com/office/drawing/2014/main" val="2813338458"/>
                    </a:ext>
                  </a:extLst>
                </a:gridCol>
              </a:tblGrid>
              <a:tr h="79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 Selection</a:t>
                      </a:r>
                      <a:endParaRPr lang="en-ID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5798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General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35507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Process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53381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Pressure Vessels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255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Tanks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28159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Heat Exchangers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59507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EM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Fan Motor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25264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Fired Heaters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12562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FX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Flame ignitor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846417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Pumps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43649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Air motor driver for Pump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19430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Diesel Engine for Pump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369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Driver for Pump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7167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GT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 turbine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08560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Vacuum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23465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Instruments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19377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Diesel Engine Driver for Compressor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99249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KG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Gear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9988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Compressor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16137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 Turbine Driver for Compressor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18104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KTM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Turning motor for compressor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11118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KX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Clutch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26441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Piping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241628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LM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Motor for Valves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0243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Insulation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90518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Electrical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112178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PD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Battreies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58036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Diesel Engine Driver for Turbine generator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73040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PG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Steam and Gas Turbine Generators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9069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PGR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Ground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77819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Heater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15536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Motor control center for switchgear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73802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Switchgear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31091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PSW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Primary Switch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9491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Transformer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00905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UPS Units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4893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UPS Transformer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667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PY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Battery Charger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8743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 Handling Equipment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15140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material handling equipment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56560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TX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Bearing for material handling equipment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51022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Expandables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23888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Package Units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57282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VG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Pump for package unit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96018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Valve Operators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39419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VM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Package Units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38858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Welding and Metal Processing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04751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Painting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99634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Processing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93133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YM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Processing Equipment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01587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YX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Cylinder positioner driver for starting air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148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Water treating equipment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80739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8A67E092-EFDE-3A60-F16A-35E86877A528}"/>
              </a:ext>
            </a:extLst>
          </p:cNvPr>
          <p:cNvGrpSpPr/>
          <p:nvPr/>
        </p:nvGrpSpPr>
        <p:grpSpPr>
          <a:xfrm>
            <a:off x="4824919" y="700385"/>
            <a:ext cx="2344366" cy="4513638"/>
            <a:chOff x="4824919" y="564197"/>
            <a:chExt cx="2344366" cy="4513638"/>
          </a:xfrm>
        </p:grpSpPr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D5BD9702-FEF4-2C7E-2481-C098EF3E8FF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84186" y="2204932"/>
              <a:ext cx="4513636" cy="1232170"/>
            </a:xfrm>
            <a:prstGeom prst="bentConnector3">
              <a:avLst>
                <a:gd name="adj1" fmla="val 10021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4F32876-C3FA-D812-7537-73AFF98E6F3F}"/>
                </a:ext>
              </a:extLst>
            </p:cNvPr>
            <p:cNvCxnSpPr/>
            <p:nvPr/>
          </p:nvCxnSpPr>
          <p:spPr>
            <a:xfrm>
              <a:off x="6057089" y="564197"/>
              <a:ext cx="11121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5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04939-3357-70ED-0925-BC1F99F3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CF781F-44A0-C44D-A6E3-C7DDC0E54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526505"/>
              </p:ext>
            </p:extLst>
          </p:nvPr>
        </p:nvGraphicFramePr>
        <p:xfrm>
          <a:off x="636785" y="1070043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&lt;Civil asset code selection&gt;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Civil asset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9840F543-DD6E-C20A-6605-E74B3B0C9D58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Civil Asset Code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Look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F694D-1C56-E96A-DB2A-D8BDA0CA0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9" y="2097225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itle 63">
            <a:extLst>
              <a:ext uri="{FF2B5EF4-FFF2-40B4-BE49-F238E27FC236}">
                <a16:creationId xmlns:a16="http://schemas.microsoft.com/office/drawing/2014/main" id="{061CC5E7-CBE8-22D7-455B-7DC2C3B3D9D4}"/>
              </a:ext>
            </a:extLst>
          </p:cNvPr>
          <p:cNvSpPr txBox="1">
            <a:spLocks/>
          </p:cNvSpPr>
          <p:nvPr/>
        </p:nvSpPr>
        <p:spPr>
          <a:xfrm>
            <a:off x="636785" y="3651763"/>
            <a:ext cx="4042488" cy="336577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Example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555899E-F5F1-3E02-90CD-5C6D1FA17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02281"/>
              </p:ext>
            </p:extLst>
          </p:nvPr>
        </p:nvGraphicFramePr>
        <p:xfrm>
          <a:off x="7320199" y="1070043"/>
          <a:ext cx="4396941" cy="7852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383">
                  <a:extLst>
                    <a:ext uri="{9D8B030D-6E8A-4147-A177-3AD203B41FA5}">
                      <a16:colId xmlns:a16="http://schemas.microsoft.com/office/drawing/2014/main" val="3618824520"/>
                    </a:ext>
                  </a:extLst>
                </a:gridCol>
                <a:gridCol w="2517558">
                  <a:extLst>
                    <a:ext uri="{9D8B030D-6E8A-4147-A177-3AD203B41FA5}">
                      <a16:colId xmlns:a16="http://schemas.microsoft.com/office/drawing/2014/main" val="2813338458"/>
                    </a:ext>
                  </a:extLst>
                </a:gridCol>
              </a:tblGrid>
              <a:tr h="79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 Selection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5798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Structure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35507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53381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Buildings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255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Site Improvement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281596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1AC0E3D5-A707-2D55-2DB8-67C151E78D67}"/>
              </a:ext>
            </a:extLst>
          </p:cNvPr>
          <p:cNvGrpSpPr/>
          <p:nvPr/>
        </p:nvGrpSpPr>
        <p:grpSpPr>
          <a:xfrm>
            <a:off x="4824920" y="1462678"/>
            <a:ext cx="2371454" cy="3751345"/>
            <a:chOff x="4824920" y="1326490"/>
            <a:chExt cx="2371454" cy="3751345"/>
          </a:xfrm>
        </p:grpSpPr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046197F0-25A3-FC48-F647-81319EB4F4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84788" y="2566622"/>
              <a:ext cx="3751345" cy="1271081"/>
            </a:xfrm>
            <a:prstGeom prst="bentConnector3">
              <a:avLst>
                <a:gd name="adj1" fmla="val 1000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CC8B20-28BD-5464-DCC6-AD6F5F7A2E5B}"/>
                </a:ext>
              </a:extLst>
            </p:cNvPr>
            <p:cNvCxnSpPr>
              <a:cxnSpLocks/>
            </p:cNvCxnSpPr>
            <p:nvPr/>
          </p:nvCxnSpPr>
          <p:spPr>
            <a:xfrm>
              <a:off x="6095189" y="1326490"/>
              <a:ext cx="11011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C4BDB3-0D0F-0EF3-FCE1-72520713F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695609"/>
              </p:ext>
            </p:extLst>
          </p:nvPr>
        </p:nvGraphicFramePr>
        <p:xfrm>
          <a:off x="709608" y="4140549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Foundation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3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840C-5FC0-1680-B863-7452312A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02AB26C8-0A68-6095-1633-494C8D114246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EAD7E37F-DB8F-FACC-5798-9B6C8C098C0C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E57CE-BEC1-BD43-6A1C-F339D64E5E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0DDC8847-B2D0-4672-9227-3DAEFDEE78F7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503DB7DA-4068-CF4D-A251-818FB53EB968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DBA195-A5AA-2DD3-C0BA-AB46B388AB78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FDF1FA-64D5-5522-9B81-D8DC95CC01F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93A9C13-6391-3DEC-BBF1-7FAD0F810E87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091D6D3-1433-358D-EC73-E5A5CDBDB246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C91B9A0E-AA45-2F79-3554-615B9C97729E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6F1BAB-CE51-D5B4-1901-C79B1461F38C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AF6398-B40A-2A40-03E2-342BBB5F1D95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0373261-9B39-071F-B595-9D69630EE245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66D8CD-942A-6E4C-5567-B4121BCB259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B562FAB-5A86-B83B-30B7-2D80F6D2A6A5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12DA351-2553-21F2-8CAA-657FF53074A3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E543D60-08C3-5E61-71E6-1DDA17F0C84F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87658941-7FD0-256F-8EDA-16FA6A1BC2D5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Condition (GVI)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D6C8831-5ED9-F90D-D6B3-9D5512D9B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838282"/>
              </p:ext>
            </p:extLst>
          </p:nvPr>
        </p:nvGraphicFramePr>
        <p:xfrm>
          <a:off x="2389386" y="1912916"/>
          <a:ext cx="8681778" cy="4842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7584738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James Bond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297609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Structure is in good condition</a:t>
                      </a:r>
                    </a:p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Minor coating degradation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  <a:tr h="3943314">
                <a:tc gridSpan="2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245464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83BC198B-BCB8-B9C8-0429-617A2B08AD6B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Edit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1B42D1-63D1-A7EC-D79C-4372C89BA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095999" y="16995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704767-0139-6AAB-E628-C309A9BC7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099" y="2975994"/>
            <a:ext cx="5257800" cy="3448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B38374-C9BF-D3E3-80E5-FD0A9CBBC45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1431" y="4556019"/>
            <a:ext cx="367317" cy="3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D6A960-16CF-D778-7ED1-B4527A394BA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383250" y="4556019"/>
            <a:ext cx="367317" cy="360000"/>
          </a:xfrm>
          <a:prstGeom prst="rect">
            <a:avLst/>
          </a:prstGeom>
        </p:spPr>
      </p:pic>
      <p:sp>
        <p:nvSpPr>
          <p:cNvPr id="16" name="Title 63">
            <a:extLst>
              <a:ext uri="{FF2B5EF4-FFF2-40B4-BE49-F238E27FC236}">
                <a16:creationId xmlns:a16="http://schemas.microsoft.com/office/drawing/2014/main" id="{04E867B0-D659-32E1-068B-B29BDD5C12FF}"/>
              </a:ext>
            </a:extLst>
          </p:cNvPr>
          <p:cNvSpPr txBox="1">
            <a:spLocks/>
          </p:cNvSpPr>
          <p:nvPr/>
        </p:nvSpPr>
        <p:spPr>
          <a:xfrm>
            <a:off x="5447300" y="6464586"/>
            <a:ext cx="2160000" cy="25026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 o/c Position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BD387B-AFFB-484A-5684-4C38DC689B93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24ABD67-CB3E-1C7D-20E4-6AD31E01519A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475C40A-9D97-0A8A-7490-8E766842024D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32E550A-42C4-589C-8E18-C8EF6DF6C5DD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27" name="Title 63">
                    <a:extLst>
                      <a:ext uri="{FF2B5EF4-FFF2-40B4-BE49-F238E27FC236}">
                        <a16:creationId xmlns:a16="http://schemas.microsoft.com/office/drawing/2014/main" id="{676976BE-52F7-ADFD-D2B1-6B2F66DEE28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FD32C924-2CAD-7AA3-92E5-D89135FF34DB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30" name="Title 63">
                      <a:extLst>
                        <a:ext uri="{FF2B5EF4-FFF2-40B4-BE49-F238E27FC236}">
                          <a16:creationId xmlns:a16="http://schemas.microsoft.com/office/drawing/2014/main" id="{C1331C75-EAA1-F9CE-FB10-BE3815ABD79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32" name="Title 63">
                      <a:extLst>
                        <a:ext uri="{FF2B5EF4-FFF2-40B4-BE49-F238E27FC236}">
                          <a16:creationId xmlns:a16="http://schemas.microsoft.com/office/drawing/2014/main" id="{DCB65C5A-DEC2-2E14-B54B-83C2E8B327EC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9" name="Title 63">
                    <a:extLst>
                      <a:ext uri="{FF2B5EF4-FFF2-40B4-BE49-F238E27FC236}">
                        <a16:creationId xmlns:a16="http://schemas.microsoft.com/office/drawing/2014/main" id="{1C315326-FA99-039F-08AB-9E61304AC6B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26" name="Title 63">
                  <a:extLst>
                    <a:ext uri="{FF2B5EF4-FFF2-40B4-BE49-F238E27FC236}">
                      <a16:creationId xmlns:a16="http://schemas.microsoft.com/office/drawing/2014/main" id="{A8DF4EC1-7B01-388D-4DA8-1938470D7D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23" name="Title 63">
                <a:extLst>
                  <a:ext uri="{FF2B5EF4-FFF2-40B4-BE49-F238E27FC236}">
                    <a16:creationId xmlns:a16="http://schemas.microsoft.com/office/drawing/2014/main" id="{6B832DB4-106A-BD76-DBB0-CCEC993023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20" name="Title 63">
              <a:extLst>
                <a:ext uri="{FF2B5EF4-FFF2-40B4-BE49-F238E27FC236}">
                  <a16:creationId xmlns:a16="http://schemas.microsoft.com/office/drawing/2014/main" id="{C942D655-2675-D327-6519-BFA7807E6754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1" name="Title 63">
              <a:extLst>
                <a:ext uri="{FF2B5EF4-FFF2-40B4-BE49-F238E27FC236}">
                  <a16:creationId xmlns:a16="http://schemas.microsoft.com/office/drawing/2014/main" id="{56792327-2243-0A11-ECE1-01B8087E9EBF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932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59D4-5C27-F1A7-7697-8B8DBFE7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40293087-1EF8-F4B2-A90B-51931DE8BE21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0A76B6E4-F0ED-6AB3-1599-E141804FCB37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BFD8B-8CBA-1406-EB93-613C39DE15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7A83D316-F101-5A4E-4653-5D2FD1E859A0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2E4D1B27-8A75-9AA1-6031-C741A2186787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C02665-AFEA-6DC7-AE3F-4E3EA90086ED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F83FF05-2D9D-478B-D99B-100DCB2EAB7C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7767456-E799-BB0F-9259-40D8F2E086CA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8469DBF-F834-E608-B729-617A12B1DB74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202B8309-9D9D-5A69-DD4D-F2E73AEAECFB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19C38E-84C6-E20E-0E23-DF5E256C796D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F26454-59AF-FB5A-6830-C1989262D38B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07EAB29-B9D2-8AB6-68FF-0D51DD787B84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96C7769-D3A3-CB02-EDF5-D5F2E05FFEB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BA161F6-353B-C1E6-00CA-35886AAA0B72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5879732-0F5F-3A95-A857-4D70C48D975C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C84B04A-4165-E7F1-D7C2-AAEC4579272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C9229D36-A152-B014-EB43-025610264A59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Condition (GVI)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8EC1740-1B16-523E-FC22-7F94FBFC8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377049"/>
              </p:ext>
            </p:extLst>
          </p:nvPr>
        </p:nvGraphicFramePr>
        <p:xfrm>
          <a:off x="2389386" y="1912916"/>
          <a:ext cx="8681778" cy="801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7584738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&lt;Date&gt;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&lt;Condition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A8DD0EC7-526F-1A00-CCF8-435A3E28AEB1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Save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E956D6F-606F-B1E4-37C5-C5D1E6230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095999" y="16995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6BCE0F-7606-B8B9-7F18-B4FA79917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788705"/>
              </p:ext>
            </p:extLst>
          </p:nvPr>
        </p:nvGraphicFramePr>
        <p:xfrm>
          <a:off x="2389386" y="2930596"/>
          <a:ext cx="868177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30914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050864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7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File</a:t>
                      </a:r>
                      <a:endParaRPr lang="en-ID" sz="7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&lt;Select file&gt;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</a:tbl>
          </a:graphicData>
        </a:graphic>
      </p:graphicFrame>
      <p:sp>
        <p:nvSpPr>
          <p:cNvPr id="11" name="Title 63">
            <a:extLst>
              <a:ext uri="{FF2B5EF4-FFF2-40B4-BE49-F238E27FC236}">
                <a16:creationId xmlns:a16="http://schemas.microsoft.com/office/drawing/2014/main" id="{6830040A-C19F-4212-9070-88030A8FEBDB}"/>
              </a:ext>
            </a:extLst>
          </p:cNvPr>
          <p:cNvSpPr txBox="1">
            <a:spLocks/>
          </p:cNvSpPr>
          <p:nvPr/>
        </p:nvSpPr>
        <p:spPr>
          <a:xfrm>
            <a:off x="2389386" y="3429000"/>
            <a:ext cx="720000" cy="252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Add File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E89137-2B95-5B0F-098B-4075E367B01A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FF7517-9495-44A9-0846-1F7BDBF91940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E879E54-56F3-FC44-BADC-9CA4944CE90D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B542FD5-7E16-DA80-1B3F-DB8FF18E045D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23" name="Title 63">
                    <a:extLst>
                      <a:ext uri="{FF2B5EF4-FFF2-40B4-BE49-F238E27FC236}">
                        <a16:creationId xmlns:a16="http://schemas.microsoft.com/office/drawing/2014/main" id="{09DCCA9A-A449-C707-60C1-019CF3F3A9D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95CBC515-E21D-470E-5E87-E8AAF165656C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27" name="Title 63">
                      <a:extLst>
                        <a:ext uri="{FF2B5EF4-FFF2-40B4-BE49-F238E27FC236}">
                          <a16:creationId xmlns:a16="http://schemas.microsoft.com/office/drawing/2014/main" id="{4BEA3911-30C3-D639-EE48-312B9F8AB3D0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28" name="Title 63">
                      <a:extLst>
                        <a:ext uri="{FF2B5EF4-FFF2-40B4-BE49-F238E27FC236}">
                          <a16:creationId xmlns:a16="http://schemas.microsoft.com/office/drawing/2014/main" id="{7FBB2A8F-5424-6D72-CE6E-B07CEFFFF51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6" name="Title 63">
                    <a:extLst>
                      <a:ext uri="{FF2B5EF4-FFF2-40B4-BE49-F238E27FC236}">
                        <a16:creationId xmlns:a16="http://schemas.microsoft.com/office/drawing/2014/main" id="{7146FAB2-5C57-B81E-B75F-F400C15C04E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22" name="Title 63">
                  <a:extLst>
                    <a:ext uri="{FF2B5EF4-FFF2-40B4-BE49-F238E27FC236}">
                      <a16:creationId xmlns:a16="http://schemas.microsoft.com/office/drawing/2014/main" id="{32693D0A-B472-BB52-7AD5-55F6602D55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20" name="Title 63">
                <a:extLst>
                  <a:ext uri="{FF2B5EF4-FFF2-40B4-BE49-F238E27FC236}">
                    <a16:creationId xmlns:a16="http://schemas.microsoft.com/office/drawing/2014/main" id="{C3496740-8089-4A3E-2517-8A80F79085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16" name="Title 63">
              <a:extLst>
                <a:ext uri="{FF2B5EF4-FFF2-40B4-BE49-F238E27FC236}">
                  <a16:creationId xmlns:a16="http://schemas.microsoft.com/office/drawing/2014/main" id="{0B959251-4BEA-DFB4-A5C0-08B3B395017D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17" name="Title 63">
              <a:extLst>
                <a:ext uri="{FF2B5EF4-FFF2-40B4-BE49-F238E27FC236}">
                  <a16:creationId xmlns:a16="http://schemas.microsoft.com/office/drawing/2014/main" id="{885E539F-8E2A-1D34-E8A5-80E577FA6A85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95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215C2-9ADF-AF85-C9EB-A5DE2236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3">
            <a:extLst>
              <a:ext uri="{FF2B5EF4-FFF2-40B4-BE49-F238E27FC236}">
                <a16:creationId xmlns:a16="http://schemas.microsoft.com/office/drawing/2014/main" id="{A70C0B17-93E2-0B8C-7AC1-1726B4F5FFBF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Condition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color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57F7E-0A31-AB16-4F25-C243C2D7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5" y="157446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4799D6-43BB-8990-A178-23C3F1CC8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974002"/>
              </p:ext>
            </p:extLst>
          </p:nvPr>
        </p:nvGraphicFramePr>
        <p:xfrm>
          <a:off x="636785" y="1173614"/>
          <a:ext cx="2311795" cy="801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214755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&lt;Date&gt;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&lt;Condition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DC7D3C-2232-BBCD-5546-F11C5D9F4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204048"/>
              </p:ext>
            </p:extLst>
          </p:nvPr>
        </p:nvGraphicFramePr>
        <p:xfrm>
          <a:off x="636785" y="2376177"/>
          <a:ext cx="2249054" cy="628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533">
                  <a:extLst>
                    <a:ext uri="{9D8B030D-6E8A-4147-A177-3AD203B41FA5}">
                      <a16:colId xmlns:a16="http://schemas.microsoft.com/office/drawing/2014/main" val="3618824520"/>
                    </a:ext>
                  </a:extLst>
                </a:gridCol>
                <a:gridCol w="820521">
                  <a:extLst>
                    <a:ext uri="{9D8B030D-6E8A-4147-A177-3AD203B41FA5}">
                      <a16:colId xmlns:a16="http://schemas.microsoft.com/office/drawing/2014/main" val="2813338458"/>
                    </a:ext>
                  </a:extLst>
                </a:gridCol>
              </a:tblGrid>
              <a:tr h="79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 Selection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Color Code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5798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5507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Fair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3381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Poor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92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DE074-4BBD-DE13-E1E2-78AA0E4A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594DCA13-92FD-CE8D-5552-E46DDCF5A047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C49D59BF-2B8B-3030-80E6-4B63AE18B233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68157-0E33-A2FC-0FCE-BAD47D1D0F2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4389A753-C843-A7B1-43ED-6F73A25F6F0A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9E18C85F-F730-D0ED-FA95-5CFBC8841300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BB0277-EE1D-B14E-32C5-2E0048EEB412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D623EDF-5559-3E58-416E-7B6F838D5A8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22B4167-8D3E-C157-7FB7-05EC8FFEBC5E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E39C0E1-B8DC-723C-3917-956B5D4F27E9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B588632F-3C20-BBAF-1BD3-77B3D75B9F5A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1506A49-E9A4-D791-B373-10463AA05A4F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4C40DD2-1B07-CBD4-9280-C4A53B3B11B4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AE62CB7-04FF-7166-D110-1DA5DFD6E6E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ED7F443-B165-5E3F-C529-9B358CE2E1DB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4EB6301-E5FD-7DC2-D31B-593F1F73574D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CE5097D-B082-9E1A-076F-4BEF38F39D0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094C24A-6AEA-AF53-C5B7-2A7614A7E537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339D1AF-35AD-5089-0CA1-C0E2ED709619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9225585-73FB-0ABB-EF6D-E6CB6C95BDE1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0F5A61D-2C74-41D2-07DB-E69AE6887660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619E9A72-CEF7-2844-2E5C-EF475D65513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60ECA284-C293-0798-C747-F520C538E8A4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560036FF-6302-557F-FE51-B8D9CA9FA16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C24E5E73-4F0D-AFAA-B1FE-C6420839751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6A5906FA-9EAA-5D04-7873-8E78E816BDC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C5DDF962-9CD5-5AD2-5BA2-D258A68B2D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F4A40B58-9345-8E51-32D1-29190D5E4BA7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09400FB9-9264-DC16-73B6-73968EAD0EF3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Inspection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Risk Based Inspection | Technical Document | Documentation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5C8C664-5DA1-D05D-5B2A-2EBA5222D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867524" y="16995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47B32F2-1CE6-AC73-ADCD-A794B8889642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67801F-67FC-68DB-5E06-0ADE1621B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3537F5EF-0D5E-8531-FC75-B96F75F739D7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34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8F72-4661-7CC6-FA78-45BACAE0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145F181D-5392-D5BD-A16B-1117BF6CEE70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27ABA9A2-8E73-4844-508B-6E403BFFAFCD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E9010-2251-06FB-5037-2D0551BC33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AEDB3482-BF5C-5227-A0AB-20D9D279489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849B232B-8189-E54E-5C92-FEA3D6EBC3F1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01F391-A507-CB38-9967-53269C76C313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9A59B5D-4282-1F1F-5930-C7B7C8D611A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BB9D443-BDAD-8B14-390B-277D1A3FB010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084F936-6847-8BC8-2F28-29316F5608A6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7782BD18-865E-E08D-1D43-F87EA0D038FA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E91A27D-6E86-AA31-1E6F-9DD53E9B7194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BB5DF2D-7487-A3C2-F453-DCB6F1F94DC8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A07A46-9E25-BE5C-4590-849475C97624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05638F1-ADE9-A05E-758C-F92FBC6ACF4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BEA9F7A-DE86-07AE-632C-019AF434CA65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AE4A2C9-9B8C-635E-46FA-07533422D00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A37939A-57D6-361D-3827-3F3EADB854B0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4193FE0-24AD-C41F-E429-4D393BE4333F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ED591E4-FCE5-7328-5102-FD1B95FB29E7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F369B01E-F0D6-3CA0-C027-F69065F3FDD8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B36A9669-E179-D4E0-F005-7F75BA396FD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864872A9-4AAC-F750-90B8-7F40CEEB2EB9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BAF7684E-30AE-E77E-C5FC-DC25DDA25B4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8174B4D1-E0EF-28C8-3EBD-BD12D5DEC63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38E84A56-2AD1-C2B1-5952-7B006E20F0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974BE305-7ED9-DC45-7312-4EBACF72F6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42A6A67A-01A1-0EEB-9488-00111A71CC4A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F6E7EC02-0965-A4DA-DE2E-B401D5B7A753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 fontScale="92500"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Risk Based Inspection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Technical Document | Documentation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5297299-D54D-3E57-6BEE-15FE3D6D6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035144" y="16731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D782DFB-C098-ADB2-1F6B-83321F7047D8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091E2B-A637-28F8-9D5C-209B82E94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7976586B-D2AF-FD4B-B7E4-703B3DB95F10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060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555A-6EBE-6B08-F6F1-874A0F35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305EB96A-76C7-9812-6DB2-53252F8E2CB6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89537745-412F-F5CF-3F30-DF46E13C74B1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F2F58-11B7-6646-9FD3-3029027DD7A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F7C3E4BE-11B4-172A-3DDE-401CD9E27BD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494FFA7A-1193-CB72-5B57-92F328EF866A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307CDE-652B-AA42-3BF4-BE21B7F01B5F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982B457-5523-FFE3-EDAD-4CC56DE118C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3F68A00-4701-FE17-A10C-88B452CB4C7D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84F8D4E-9C04-A9ED-483A-4BAC2AFDDC19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E029F6EC-CA7D-9DDD-F5ED-3846E88BEB8C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3C000BB-32C7-9E12-E331-3BFAFF9A1302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0590DF-E516-D9E6-CE73-4EC29E246505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DB34E88-4BD3-B08E-96C6-B90A47533A6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F81A9AC-2F03-A1B8-A0F1-2FD6466948C5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57C717-B667-0B1C-52F4-757FBF709AB8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9D5E4C5-5DEA-8CED-FD30-0312950E9C8A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99BE4BE-B580-D02A-F7F3-D9C734EB2424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48C902E-3D23-D791-0509-807654A79835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A08686F-502A-EB05-7F2C-F9A0CAD57375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8FE8953-AFEB-92A4-E147-99713F3E2569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A15496E7-16C2-5919-33C2-598F539D0B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3BCD3096-7B9F-AF2F-F970-656624C2E15B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41168E76-3226-4730-7787-82592D3EE41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D4F12014-019C-3D0E-6B17-6BB6B4DF51E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92A61A96-EA50-BF43-7BF7-57902973F2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4588BDDD-87DB-978B-A41A-55E9C00FDA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F1D5B141-2F6D-5A1B-E582-0682034CA92B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DDC177C5-B02D-9D52-0AE8-4CAA8F804FCE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Risk Based Inspection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Technical Document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Documentation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7704122-8028-D0A8-B330-F1A8D3F1F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860924" y="1672072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62CD7B6-FC01-A0DC-CC32-93CDAAC9F4B7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9E05323-FAB8-2DA9-86A1-91605CB21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C2E86181-47C2-7C90-767E-5EFFB87E9B96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00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9FE7-B0E5-BDF8-C129-530E265F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D5316B32-22A4-DBDB-0371-E7C1CE8330D9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A33553EE-1F00-8F3A-4FFB-4E19C4857463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3B152-1650-1857-768C-5E60E4D135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B3D11D6B-84DD-4BE3-6066-F453A1A9514A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A7861EDD-5EBE-0787-C329-0946C385CFDB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4903F3-6D38-59E4-E025-3822EA7AC8EE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8D73E3-6377-BB6E-0A94-5E434C3EF84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85C0F50-D307-D60A-8D96-1A7E287E6B0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33901F-FE63-AF88-6500-F4728748AB02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EEEA6159-F1D2-D181-9FDF-A62A621CF68D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2E6CA9-3672-DC21-5521-6A050E9DB544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901CC96-7204-6DB3-F21D-248B93091856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CD72BF-9F16-18D9-A623-62A0C1E3A283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CA7647F-9B14-0506-71DA-61872587459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2102E6E-56DD-99FB-56ED-4B147CDE3437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2753867-5466-D7B5-3908-4F0E8D2FE7B4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9A974D3-F3BB-F232-84EE-A2D2EA7C41B6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564B310-9058-E81B-5C4B-80A1790D56F9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3959F1D-DE14-E6B4-AB4C-ED5CA41F6BBD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7DF516B5-CC54-C7AC-2259-9F9F28D84967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2BD8DE18-7D56-D806-45EB-D162547DF57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91E0B020-C62A-9BAD-5472-67A285C10FE0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900F637E-A68A-8719-1BDD-EA22D5E4858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9122E3D2-8FC9-1ADD-734F-A0A5F341181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75A13F25-0A79-7FA4-9A03-7FC90DB7D6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68D35321-01B0-84E2-96FF-B9EB2EBD11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A5424CAF-AB7A-CA92-4FC3-90CD50BA3867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20DD21DD-E019-1D4E-D9DB-F8F4670C31DF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Risk Based Inspection | Technical Document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Documentation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50419E8-2812-A4D9-8DBF-FC3E44C42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44000" y="16731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32494EA-35FA-1F0A-525D-689D3A674D0D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009F22-E8EC-8092-7FE3-DA8215C40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A374D04A-2E10-2C9E-C453-8FB93F552A56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481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AA30-C837-42D9-62F2-5F87950E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582C38EB-C658-47B0-946E-C0BCCBD5A0A8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7A461420-97A8-8521-D3A4-1A334F999CED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B1DD5-9234-A8DB-59C7-671271DDA6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D4ED3ADE-68BE-2479-B755-60459623145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60E32D32-FD45-98E8-90A1-1ED87F345B56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4A4E8B-CA7F-0B0E-5D85-6DD1ADBC11D4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F6A9FC6-B983-9AEC-0ADD-2CF843854AD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989B573-22DE-161E-C623-C3A27F9D5C23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2996E09-C8F1-8C8B-43D1-6534F6D8B63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29E9CDBB-6321-6B94-6C94-E30ECE15C036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1471700-AFEB-AE0C-09C0-44C9BE44315E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F60A2BB-E142-3ACA-A7EF-5FF19450D3CA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CEE0DB5-1A6C-0A33-5A26-DBE138BCCE74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7AE03BB-4D35-2E00-9D40-FBE36F8B937D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D8B7123-BA7D-8C85-7674-72081F332940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F68F713-984F-9E5E-C281-C4A7564CE5DB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92CC473-AC1E-FFF4-C83F-CC359DFB5B9F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06E16CA7-9713-57A3-0315-C3CE282B0ACC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Risk Based Inspection | Technical Document | Documentation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Name Plate</a:t>
            </a:r>
          </a:p>
        </p:txBody>
      </p:sp>
      <p:sp>
        <p:nvSpPr>
          <p:cNvPr id="33" name="Title 63">
            <a:extLst>
              <a:ext uri="{FF2B5EF4-FFF2-40B4-BE49-F238E27FC236}">
                <a16:creationId xmlns:a16="http://schemas.microsoft.com/office/drawing/2014/main" id="{9632D5C3-B931-B74B-F976-4A6070DCBC1D}"/>
              </a:ext>
            </a:extLst>
          </p:cNvPr>
          <p:cNvSpPr txBox="1">
            <a:spLocks/>
          </p:cNvSpPr>
          <p:nvPr/>
        </p:nvSpPr>
        <p:spPr>
          <a:xfrm>
            <a:off x="6053191" y="6108162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Print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9BFE672-2F5A-637A-8688-52BC4ED72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012000" y="16731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799FBBA-C4C1-2BA8-91C4-0F692FBEDB50}"/>
              </a:ext>
            </a:extLst>
          </p:cNvPr>
          <p:cNvGrpSpPr/>
          <p:nvPr/>
        </p:nvGrpSpPr>
        <p:grpSpPr>
          <a:xfrm>
            <a:off x="5102699" y="2288152"/>
            <a:ext cx="2520000" cy="3600000"/>
            <a:chOff x="7327111" y="1373774"/>
            <a:chExt cx="2520000" cy="360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8805C6-CA43-7595-52D8-6F6496AB720D}"/>
                </a:ext>
              </a:extLst>
            </p:cNvPr>
            <p:cNvSpPr/>
            <p:nvPr/>
          </p:nvSpPr>
          <p:spPr>
            <a:xfrm rot="5400000">
              <a:off x="6787111" y="1913774"/>
              <a:ext cx="3600000" cy="252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469FE2-FC5C-8F71-6B2D-0EBDA0202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5779" t="5840" r="7044" b="7465"/>
            <a:stretch>
              <a:fillRect/>
            </a:stretch>
          </p:blipFill>
          <p:spPr>
            <a:xfrm>
              <a:off x="7751221" y="2309102"/>
              <a:ext cx="1671780" cy="166254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C93E9E-5C54-A8BA-F59B-482465EFE21C}"/>
                </a:ext>
              </a:extLst>
            </p:cNvPr>
            <p:cNvGrpSpPr/>
            <p:nvPr/>
          </p:nvGrpSpPr>
          <p:grpSpPr>
            <a:xfrm>
              <a:off x="7862238" y="1482247"/>
              <a:ext cx="1372026" cy="727570"/>
              <a:chOff x="5687854" y="757733"/>
              <a:chExt cx="1372026" cy="72757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2B79D82-8840-EF31-DC73-2254BA288D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2836" r="22678" b="10053"/>
              <a:stretch>
                <a:fillRect/>
              </a:stretch>
            </p:blipFill>
            <p:spPr>
              <a:xfrm>
                <a:off x="5687854" y="757733"/>
                <a:ext cx="775365" cy="7200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A5F6A10-5D40-0DCB-5743-5BD7428CA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74602" y="765303"/>
                <a:ext cx="385278" cy="7200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5E351-023A-6FB6-BBF7-7E1739419052}"/>
                </a:ext>
              </a:extLst>
            </p:cNvPr>
            <p:cNvSpPr txBox="1"/>
            <p:nvPr/>
          </p:nvSpPr>
          <p:spPr>
            <a:xfrm>
              <a:off x="7650128" y="4018890"/>
              <a:ext cx="187396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Foundation</a:t>
              </a:r>
            </a:p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for 17D-1</a:t>
              </a:r>
            </a:p>
            <a:p>
              <a:pPr algn="ctr"/>
              <a:endParaRPr lang="en-US" sz="12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ID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Tag no.: 17D-1/Q-1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3EFEC1-3ADB-4020-148F-894FDC86AA80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A5A01E8-5865-92EE-058F-B8745DCCE5D5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252F549-6B9B-1754-B66C-D78005E01192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515B3D6-4DA0-742A-DC23-DECD388FD107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26" name="Title 63">
                    <a:extLst>
                      <a:ext uri="{FF2B5EF4-FFF2-40B4-BE49-F238E27FC236}">
                        <a16:creationId xmlns:a16="http://schemas.microsoft.com/office/drawing/2014/main" id="{61623122-F9D6-2B17-DA84-99F4BA04A61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C2D5F1C6-B0DC-1BDB-5E5E-BF1673AD2301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29" name="Title 63">
                      <a:extLst>
                        <a:ext uri="{FF2B5EF4-FFF2-40B4-BE49-F238E27FC236}">
                          <a16:creationId xmlns:a16="http://schemas.microsoft.com/office/drawing/2014/main" id="{3E905A17-E055-8DB9-80E3-7BF4BFC43D1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30" name="Title 63">
                      <a:extLst>
                        <a:ext uri="{FF2B5EF4-FFF2-40B4-BE49-F238E27FC236}">
                          <a16:creationId xmlns:a16="http://schemas.microsoft.com/office/drawing/2014/main" id="{30C5F692-ACC0-D87C-E7E9-297AE83E19F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8" name="Title 63">
                    <a:extLst>
                      <a:ext uri="{FF2B5EF4-FFF2-40B4-BE49-F238E27FC236}">
                        <a16:creationId xmlns:a16="http://schemas.microsoft.com/office/drawing/2014/main" id="{04DA1E0F-CDEA-71F9-9D67-6AD8548D6CC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24" name="Title 63">
                  <a:extLst>
                    <a:ext uri="{FF2B5EF4-FFF2-40B4-BE49-F238E27FC236}">
                      <a16:creationId xmlns:a16="http://schemas.microsoft.com/office/drawing/2014/main" id="{8BFD91B3-3FFC-5C41-3ABD-9FA19F9EB3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22" name="Title 63">
                <a:extLst>
                  <a:ext uri="{FF2B5EF4-FFF2-40B4-BE49-F238E27FC236}">
                    <a16:creationId xmlns:a16="http://schemas.microsoft.com/office/drawing/2014/main" id="{D8F22C5E-B339-FDEA-79AF-B7AF7C8E4C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18" name="Title 63">
              <a:extLst>
                <a:ext uri="{FF2B5EF4-FFF2-40B4-BE49-F238E27FC236}">
                  <a16:creationId xmlns:a16="http://schemas.microsoft.com/office/drawing/2014/main" id="{7A4CBA7A-B517-5EBE-7F36-D0F12014E634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0" name="Title 63">
              <a:extLst>
                <a:ext uri="{FF2B5EF4-FFF2-40B4-BE49-F238E27FC236}">
                  <a16:creationId xmlns:a16="http://schemas.microsoft.com/office/drawing/2014/main" id="{A56F26E2-D5F0-4983-E6A0-5C3D7126B342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54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3263-A617-9137-119E-5B38F6F6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C76ABCA5-3FBD-23CC-BB74-B1E2445E9920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C5D55EA6-5FF0-AF50-DD19-A734B530ED39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E18D0-274E-1EA0-1B5D-75E1EAFC5D2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27655DDD-2259-C4E3-CE85-65528AA170FB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348E10A7-C051-F4C7-4B8F-9B96238EE86B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4398D5-08B2-A96E-590A-BEFF153E3B29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B03109-60FC-0428-5DE2-54BECBDD1DF0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0068EFD-DAA5-FDC0-4A75-0885A203275B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64859B3-1AF6-083C-2AAA-0341FB81F45E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28D7F886-22A7-1B4C-8A4D-70F138F136D0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10034191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26F4B4-0BC0-B3A6-FF5D-26EF561F4889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412CEBC-0CFB-74FE-0652-EAF422348903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74F176-FA07-25BF-BAA0-140A0AE48DEA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EC8B655-CE38-7AE3-6459-28E672A3EB1B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D697C3-9E78-57DB-DE3F-95F79BCC627F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368BEF1-FA0A-9649-43F0-059A164FADF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690EBC8-E6F7-4269-0E25-C6B764ACA6CD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52C5AF-8D69-5A2E-2046-25B2D051B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099923"/>
              </p:ext>
            </p:extLst>
          </p:nvPr>
        </p:nvGraphicFramePr>
        <p:xfrm>
          <a:off x="2374557" y="2400844"/>
          <a:ext cx="971028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543">
                  <a:extLst>
                    <a:ext uri="{9D8B030D-6E8A-4147-A177-3AD203B41FA5}">
                      <a16:colId xmlns:a16="http://schemas.microsoft.com/office/drawing/2014/main" val="3900566622"/>
                    </a:ext>
                  </a:extLst>
                </a:gridCol>
                <a:gridCol w="548817">
                  <a:extLst>
                    <a:ext uri="{9D8B030D-6E8A-4147-A177-3AD203B41FA5}">
                      <a16:colId xmlns:a16="http://schemas.microsoft.com/office/drawing/2014/main" val="157434326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437213845"/>
                    </a:ext>
                  </a:extLst>
                </a:gridCol>
                <a:gridCol w="1175068">
                  <a:extLst>
                    <a:ext uri="{9D8B030D-6E8A-4147-A177-3AD203B41FA5}">
                      <a16:colId xmlns:a16="http://schemas.microsoft.com/office/drawing/2014/main" val="1409784151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197566671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3808521504"/>
                    </a:ext>
                  </a:extLst>
                </a:gridCol>
                <a:gridCol w="470218">
                  <a:extLst>
                    <a:ext uri="{9D8B030D-6E8A-4147-A177-3AD203B41FA5}">
                      <a16:colId xmlns:a16="http://schemas.microsoft.com/office/drawing/2014/main" val="1108487631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1699741227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3451459594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3524732178"/>
                    </a:ext>
                  </a:extLst>
                </a:gridCol>
                <a:gridCol w="659130">
                  <a:extLst>
                    <a:ext uri="{9D8B030D-6E8A-4147-A177-3AD203B41FA5}">
                      <a16:colId xmlns:a16="http://schemas.microsoft.com/office/drawing/2014/main" val="3554480355"/>
                    </a:ext>
                  </a:extLst>
                </a:gridCol>
                <a:gridCol w="558081">
                  <a:extLst>
                    <a:ext uri="{9D8B030D-6E8A-4147-A177-3AD203B41FA5}">
                      <a16:colId xmlns:a16="http://schemas.microsoft.com/office/drawing/2014/main" val="1155635048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2525689907"/>
                    </a:ext>
                  </a:extLst>
                </a:gridCol>
                <a:gridCol w="689293">
                  <a:extLst>
                    <a:ext uri="{9D8B030D-6E8A-4147-A177-3AD203B41FA5}">
                      <a16:colId xmlns:a16="http://schemas.microsoft.com/office/drawing/2014/main" val="604784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Reg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 No.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</a:t>
                      </a:r>
                      <a:r>
                        <a:rPr lang="en-ID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Description</a:t>
                      </a:r>
                      <a:endParaRPr lang="en-US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(yr)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Insp. Date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(GVI)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5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12345…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u="sng" dirty="0">
                          <a:solidFill>
                            <a:srgbClr val="0070C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700" u="sng" dirty="0">
                        <a:solidFill>
                          <a:srgbClr val="0070C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</a:t>
                      </a:r>
                    </a:p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and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 N. 12345 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</a:t>
                      </a:r>
                    </a:p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</a:t>
                      </a:r>
                    </a:p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Concrete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3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75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50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1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890854"/>
                  </a:ext>
                </a:extLst>
              </a:tr>
            </a:tbl>
          </a:graphicData>
        </a:graphic>
      </p:graphicFrame>
      <p:sp>
        <p:nvSpPr>
          <p:cNvPr id="10" name="Title 63">
            <a:extLst>
              <a:ext uri="{FF2B5EF4-FFF2-40B4-BE49-F238E27FC236}">
                <a16:creationId xmlns:a16="http://schemas.microsoft.com/office/drawing/2014/main" id="{4519E935-9717-0852-2242-ED8A5785B76C}"/>
              </a:ext>
            </a:extLst>
          </p:cNvPr>
          <p:cNvSpPr txBox="1">
            <a:spLocks/>
          </p:cNvSpPr>
          <p:nvPr/>
        </p:nvSpPr>
        <p:spPr>
          <a:xfrm>
            <a:off x="11364839" y="1958627"/>
            <a:ext cx="720000" cy="252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Download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6A3C5A-C00A-C6B0-14BE-9CD5BB2B1336}"/>
              </a:ext>
            </a:extLst>
          </p:cNvPr>
          <p:cNvGrpSpPr/>
          <p:nvPr/>
        </p:nvGrpSpPr>
        <p:grpSpPr>
          <a:xfrm>
            <a:off x="2374557" y="1962976"/>
            <a:ext cx="4232024" cy="261525"/>
            <a:chOff x="604350" y="2873028"/>
            <a:chExt cx="4232024" cy="261525"/>
          </a:xfrm>
        </p:grpSpPr>
        <p:sp>
          <p:nvSpPr>
            <p:cNvPr id="14" name="Title 63">
              <a:extLst>
                <a:ext uri="{FF2B5EF4-FFF2-40B4-BE49-F238E27FC236}">
                  <a16:creationId xmlns:a16="http://schemas.microsoft.com/office/drawing/2014/main" id="{3A1FFDF1-B5D6-236A-E897-5056A357615C}"/>
                </a:ext>
              </a:extLst>
            </p:cNvPr>
            <p:cNvSpPr txBox="1">
              <a:spLocks/>
            </p:cNvSpPr>
            <p:nvPr/>
          </p:nvSpPr>
          <p:spPr>
            <a:xfrm>
              <a:off x="4116374" y="2882553"/>
              <a:ext cx="720000" cy="252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7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Search</a:t>
              </a:r>
            </a:p>
          </p:txBody>
        </p:sp>
        <p:sp>
          <p:nvSpPr>
            <p:cNvPr id="16" name="Title 63">
              <a:extLst>
                <a:ext uri="{FF2B5EF4-FFF2-40B4-BE49-F238E27FC236}">
                  <a16:creationId xmlns:a16="http://schemas.microsoft.com/office/drawing/2014/main" id="{61B810BE-EDDB-5CC5-FEA4-4AF45DC6697B}"/>
                </a:ext>
              </a:extLst>
            </p:cNvPr>
            <p:cNvSpPr txBox="1">
              <a:spLocks/>
            </p:cNvSpPr>
            <p:nvPr/>
          </p:nvSpPr>
          <p:spPr>
            <a:xfrm>
              <a:off x="604350" y="2873028"/>
              <a:ext cx="3481123" cy="252000"/>
            </a:xfrm>
            <a:prstGeom prst="rect">
              <a:avLst/>
            </a:prstGeom>
            <a:noFill/>
            <a:ln w="9525">
              <a:solidFill>
                <a:srgbClr val="2D6A87"/>
              </a:solidFill>
            </a:ln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700" b="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&lt;Search Asset&gt;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60002C-588A-4A89-27F9-B55654A66CFD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87B859B-CA42-EAFC-94FB-B057AA0F558B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1FA60C0-2E02-6D7E-C5F7-48EDA029C238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5B63F8BE-140D-C433-1ED5-3A89A5F5654D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45" name="Title 63">
                    <a:extLst>
                      <a:ext uri="{FF2B5EF4-FFF2-40B4-BE49-F238E27FC236}">
                        <a16:creationId xmlns:a16="http://schemas.microsoft.com/office/drawing/2014/main" id="{CFF2D246-A00D-2525-A5DB-68448B3A52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F151A080-7466-9963-0545-8470623F9AFE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48" name="Title 63">
                      <a:extLst>
                        <a:ext uri="{FF2B5EF4-FFF2-40B4-BE49-F238E27FC236}">
                          <a16:creationId xmlns:a16="http://schemas.microsoft.com/office/drawing/2014/main" id="{BC8DCEF9-18B8-CF48-4B56-B2F54D1B0A5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49" name="Title 63">
                      <a:extLst>
                        <a:ext uri="{FF2B5EF4-FFF2-40B4-BE49-F238E27FC236}">
                          <a16:creationId xmlns:a16="http://schemas.microsoft.com/office/drawing/2014/main" id="{19CD39FF-3482-50B2-4F3A-4A65C4A9EE6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47" name="Title 63">
                    <a:extLst>
                      <a:ext uri="{FF2B5EF4-FFF2-40B4-BE49-F238E27FC236}">
                        <a16:creationId xmlns:a16="http://schemas.microsoft.com/office/drawing/2014/main" id="{737AD132-9B23-ABE0-C8E2-67A2BF47390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44" name="Title 63">
                  <a:extLst>
                    <a:ext uri="{FF2B5EF4-FFF2-40B4-BE49-F238E27FC236}">
                      <a16:creationId xmlns:a16="http://schemas.microsoft.com/office/drawing/2014/main" id="{61CB6288-108E-75F7-C20A-F6F7FEC81A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77500" lnSpcReduction="2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dirty="0">
                      <a:solidFill>
                        <a:schemeClr val="accent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40" name="Title 63">
                <a:extLst>
                  <a:ext uri="{FF2B5EF4-FFF2-40B4-BE49-F238E27FC236}">
                    <a16:creationId xmlns:a16="http://schemas.microsoft.com/office/drawing/2014/main" id="{C3B16C45-F0B3-E84D-45D6-3395F8F559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21" name="Title 63">
              <a:extLst>
                <a:ext uri="{FF2B5EF4-FFF2-40B4-BE49-F238E27FC236}">
                  <a16:creationId xmlns:a16="http://schemas.microsoft.com/office/drawing/2014/main" id="{1E696304-9B1C-109D-B56C-8B3A754AA392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2" name="Title 63">
              <a:extLst>
                <a:ext uri="{FF2B5EF4-FFF2-40B4-BE49-F238E27FC236}">
                  <a16:creationId xmlns:a16="http://schemas.microsoft.com/office/drawing/2014/main" id="{7874755A-3F7D-AC2A-F4F0-3EB97CA19845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2663EDE-A667-C437-87A7-E5AE31014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65144" y="1170844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6020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709E-2F7F-492D-CB77-D0082CDC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C5FD048A-8AEB-7AD0-F8A9-DAC62806A2C4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E24E941D-5A40-BA62-6F47-E21BA27343BA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8A83C-F4FF-85DC-BA7C-1748B3249A4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91485F42-11F6-085B-0853-43261EB53AC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C90D593A-B923-49FE-798C-5F99A4D4414C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965877-83A4-78F0-5988-3E021F60D90B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A5D1630-D0E0-4BA9-DD43-0F01C4F6CDB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D671E8A-19D4-79B3-80A6-089977AE742D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558EE55-0C42-B0D0-7884-70CF53FE064D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A495C192-91E7-9C7D-6F34-CDFC0A3250BC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10034191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Risk Based Inspection Planning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3A98A4-D4D9-33A0-4F49-D16BBF6AC782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B4CE7F3-07D7-7474-15B6-FEDBE771B9E4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3119B63-14F0-58D6-050B-16B64810E1C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BAD76FB-B1B7-1FED-ADC4-310E76D13767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4024A9-5886-CE84-CC6B-2A7A94C151D4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5BCED7-C784-8E9E-42DD-CB14003DA815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7C8F980-0226-1758-D236-F3D6E7BC5F9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24361C-DC2B-9A24-55D9-0F4D4010E09C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F8EAB5-2FFE-AB22-4F5D-EF03ABAFB25A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5FEE06F-04B6-8EDC-6FD3-A06B081B6B0C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E94AC61-BBB0-99AD-2C5A-F8BAD867BFE2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45" name="Title 63">
                    <a:extLst>
                      <a:ext uri="{FF2B5EF4-FFF2-40B4-BE49-F238E27FC236}">
                        <a16:creationId xmlns:a16="http://schemas.microsoft.com/office/drawing/2014/main" id="{72BA1A0E-8ACE-A870-DDDE-1E51B561ECE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7F1B6983-605B-4C29-C2B3-1320C1A14FF5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48" name="Title 63">
                      <a:extLst>
                        <a:ext uri="{FF2B5EF4-FFF2-40B4-BE49-F238E27FC236}">
                          <a16:creationId xmlns:a16="http://schemas.microsoft.com/office/drawing/2014/main" id="{03404AE7-395E-1110-2936-0922F8FB26E9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49" name="Title 63">
                      <a:extLst>
                        <a:ext uri="{FF2B5EF4-FFF2-40B4-BE49-F238E27FC236}">
                          <a16:creationId xmlns:a16="http://schemas.microsoft.com/office/drawing/2014/main" id="{4C9592F1-C0F0-86BC-31CD-821C4572980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47" name="Title 63">
                    <a:extLst>
                      <a:ext uri="{FF2B5EF4-FFF2-40B4-BE49-F238E27FC236}">
                        <a16:creationId xmlns:a16="http://schemas.microsoft.com/office/drawing/2014/main" id="{C6F62951-2AF7-C82D-9D13-95C00E42607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44" name="Title 63">
                  <a:extLst>
                    <a:ext uri="{FF2B5EF4-FFF2-40B4-BE49-F238E27FC236}">
                      <a16:creationId xmlns:a16="http://schemas.microsoft.com/office/drawing/2014/main" id="{FDA23CBF-14E9-FF07-3767-8ED51B2BAEB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40" name="Title 63">
                <a:extLst>
                  <a:ext uri="{FF2B5EF4-FFF2-40B4-BE49-F238E27FC236}">
                    <a16:creationId xmlns:a16="http://schemas.microsoft.com/office/drawing/2014/main" id="{737D2C49-B929-041B-201E-DD35610D33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21" name="Title 63">
              <a:extLst>
                <a:ext uri="{FF2B5EF4-FFF2-40B4-BE49-F238E27FC236}">
                  <a16:creationId xmlns:a16="http://schemas.microsoft.com/office/drawing/2014/main" id="{1FF77A66-9E00-29D9-CD29-12EAADC01633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77500" lnSpcReduction="2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2" name="Title 63">
              <a:extLst>
                <a:ext uri="{FF2B5EF4-FFF2-40B4-BE49-F238E27FC236}">
                  <a16:creationId xmlns:a16="http://schemas.microsoft.com/office/drawing/2014/main" id="{020AC631-B73E-0779-2996-8BA1B1FECBA4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BC1E88E-6EE2-6E8C-DCCD-59E7D89F1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608169" y="1237874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B1024E-693C-BC21-B418-3C46B143B481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1100AE-F4B9-7930-1F15-A0783E4D3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1" name="Title 63">
              <a:extLst>
                <a:ext uri="{FF2B5EF4-FFF2-40B4-BE49-F238E27FC236}">
                  <a16:creationId xmlns:a16="http://schemas.microsoft.com/office/drawing/2014/main" id="{7419BE48-90AC-38EB-9EB4-382B798E1D19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22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ustom 2">
      <a:dk1>
        <a:sysClr val="windowText" lastClr="000000"/>
      </a:dk1>
      <a:lt1>
        <a:srgbClr val="3D485D"/>
      </a:lt1>
      <a:dk2>
        <a:srgbClr val="FFFFFF"/>
      </a:dk2>
      <a:lt2>
        <a:srgbClr val="85898F"/>
      </a:lt2>
      <a:accent1>
        <a:srgbClr val="72C6EF"/>
      </a:accent1>
      <a:accent2>
        <a:srgbClr val="5A6783"/>
      </a:accent2>
      <a:accent3>
        <a:srgbClr val="B5B5B5"/>
      </a:accent3>
      <a:accent4>
        <a:srgbClr val="B5B5B5"/>
      </a:accent4>
      <a:accent5>
        <a:srgbClr val="B5B5B5"/>
      </a:accent5>
      <a:accent6>
        <a:srgbClr val="B5B5B5"/>
      </a:accent6>
      <a:hlink>
        <a:srgbClr val="B5B5B5"/>
      </a:hlink>
      <a:folHlink>
        <a:srgbClr val="B5B5B5"/>
      </a:folHlink>
    </a:clrScheme>
    <a:fontScheme name="Style_Awesome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23670</TotalTime>
  <Words>5244</Words>
  <Application>Microsoft Office PowerPoint</Application>
  <PresentationFormat>Widescreen</PresentationFormat>
  <Paragraphs>1463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Verdana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</dc:creator>
  <cp:lastModifiedBy>Wira Herucakra</cp:lastModifiedBy>
  <cp:revision>614</cp:revision>
  <dcterms:created xsi:type="dcterms:W3CDTF">2018-10-15T05:46:03Z</dcterms:created>
  <dcterms:modified xsi:type="dcterms:W3CDTF">2026-07-01T08:08:51Z</dcterms:modified>
</cp:coreProperties>
</file>